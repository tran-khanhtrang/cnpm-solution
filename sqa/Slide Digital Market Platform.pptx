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92" r:id="rId4"/>
    <p:sldId id="290" r:id="rId5"/>
    <p:sldId id="291" r:id="rId6"/>
    <p:sldId id="263" r:id="rId7"/>
    <p:sldId id="293" r:id="rId8"/>
    <p:sldId id="294" r:id="rId9"/>
    <p:sldId id="295" r:id="rId10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641a476e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8641a476e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9661d16799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9661d16799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61d1679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661d1679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53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61d1679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661d1679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845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61d1679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661d1679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20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61d1679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661d1679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77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661d1679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661d1679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549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175" y="1584238"/>
            <a:ext cx="3461400" cy="15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7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175" y="3231075"/>
            <a:ext cx="3338400" cy="32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orient="horz" pos="25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2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4176">
          <p15:clr>
            <a:srgbClr val="EA4335"/>
          </p15:clr>
        </p15:guide>
        <p15:guide id="8" pos="158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173184" y="1429336"/>
            <a:ext cx="4432963" cy="15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Họp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Digital Market</a:t>
            </a: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918015" y="3959372"/>
            <a:ext cx="2943300" cy="60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CNPM-Nhóm5, 2026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5429232" y="2833908"/>
            <a:ext cx="2402283" cy="251053"/>
          </a:xfrm>
          <a:custGeom>
            <a:avLst/>
            <a:gdLst/>
            <a:ahLst/>
            <a:cxnLst/>
            <a:rect l="l" t="t" r="r" b="b"/>
            <a:pathLst>
              <a:path w="43098" h="4504" extrusionOk="0">
                <a:moveTo>
                  <a:pt x="21549" y="0"/>
                </a:moveTo>
                <a:cubicBezTo>
                  <a:pt x="9640" y="0"/>
                  <a:pt x="0" y="1001"/>
                  <a:pt x="0" y="2235"/>
                </a:cubicBezTo>
                <a:cubicBezTo>
                  <a:pt x="0" y="3470"/>
                  <a:pt x="9640" y="4504"/>
                  <a:pt x="21549" y="4504"/>
                </a:cubicBezTo>
                <a:cubicBezTo>
                  <a:pt x="33457" y="4504"/>
                  <a:pt x="43097" y="3470"/>
                  <a:pt x="43097" y="2235"/>
                </a:cubicBezTo>
                <a:cubicBezTo>
                  <a:pt x="43097" y="1001"/>
                  <a:pt x="33457" y="0"/>
                  <a:pt x="21549" y="0"/>
                </a:cubicBezTo>
                <a:close/>
              </a:path>
            </a:pathLst>
          </a:custGeom>
          <a:solidFill>
            <a:srgbClr val="1427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 rot="10800000" flipH="1">
            <a:off x="5990725" y="3577682"/>
            <a:ext cx="1277449" cy="667643"/>
          </a:xfrm>
          <a:custGeom>
            <a:avLst/>
            <a:gdLst/>
            <a:ahLst/>
            <a:cxnLst/>
            <a:rect l="l" t="t" r="r" b="b"/>
            <a:pathLst>
              <a:path w="22918" h="9574" extrusionOk="0">
                <a:moveTo>
                  <a:pt x="1" y="0"/>
                </a:moveTo>
                <a:lnTo>
                  <a:pt x="1" y="9574"/>
                </a:lnTo>
                <a:lnTo>
                  <a:pt x="22917" y="9574"/>
                </a:lnTo>
                <a:lnTo>
                  <a:pt x="22917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499858" y="4111296"/>
            <a:ext cx="2251729" cy="148826"/>
          </a:xfrm>
          <a:custGeom>
            <a:avLst/>
            <a:gdLst/>
            <a:ahLst/>
            <a:cxnLst/>
            <a:rect l="l" t="t" r="r" b="b"/>
            <a:pathLst>
              <a:path w="40397" h="2670" extrusionOk="0">
                <a:moveTo>
                  <a:pt x="1" y="1"/>
                </a:moveTo>
                <a:lnTo>
                  <a:pt x="1" y="2669"/>
                </a:lnTo>
                <a:lnTo>
                  <a:pt x="40396" y="2669"/>
                </a:lnTo>
                <a:lnTo>
                  <a:pt x="40396" y="1"/>
                </a:lnTo>
                <a:close/>
              </a:path>
            </a:pathLst>
          </a:custGeom>
          <a:solidFill>
            <a:schemeClr val="lt2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572025" y="883378"/>
            <a:ext cx="4114727" cy="2880142"/>
          </a:xfrm>
          <a:custGeom>
            <a:avLst/>
            <a:gdLst/>
            <a:ahLst/>
            <a:cxnLst/>
            <a:rect l="l" t="t" r="r" b="b"/>
            <a:pathLst>
              <a:path w="73820" h="51671" extrusionOk="0"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cubicBezTo>
                  <a:pt x="0" y="48469"/>
                  <a:pt x="3236" y="51671"/>
                  <a:pt x="7206" y="51671"/>
                </a:cubicBezTo>
                <a:lnTo>
                  <a:pt x="66648" y="51671"/>
                </a:lnTo>
                <a:cubicBezTo>
                  <a:pt x="70617" y="51671"/>
                  <a:pt x="73820" y="48469"/>
                  <a:pt x="73820" y="44499"/>
                </a:cubicBez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4572025" y="883378"/>
            <a:ext cx="4114727" cy="2480430"/>
          </a:xfrm>
          <a:custGeom>
            <a:avLst/>
            <a:gdLst/>
            <a:ahLst/>
            <a:cxnLst/>
            <a:rect l="l" t="t" r="r" b="b"/>
            <a:pathLst>
              <a:path w="73820" h="44500" extrusionOk="0"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lnTo>
                  <a:pt x="73820" y="44499"/>
                </a:ln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552274" y="3430796"/>
            <a:ext cx="150665" cy="150609"/>
          </a:xfrm>
          <a:custGeom>
            <a:avLst/>
            <a:gdLst/>
            <a:ahLst/>
            <a:cxnLst/>
            <a:rect l="l" t="t" r="r" b="b"/>
            <a:pathLst>
              <a:path w="2703" h="2702" extrusionOk="0">
                <a:moveTo>
                  <a:pt x="1335" y="0"/>
                </a:moveTo>
                <a:cubicBezTo>
                  <a:pt x="601" y="0"/>
                  <a:pt x="1" y="634"/>
                  <a:pt x="1" y="1368"/>
                </a:cubicBezTo>
                <a:cubicBezTo>
                  <a:pt x="1" y="2102"/>
                  <a:pt x="601" y="2702"/>
                  <a:pt x="1335" y="2702"/>
                </a:cubicBezTo>
                <a:cubicBezTo>
                  <a:pt x="2069" y="2702"/>
                  <a:pt x="2703" y="2102"/>
                  <a:pt x="2703" y="1368"/>
                </a:cubicBezTo>
                <a:cubicBezTo>
                  <a:pt x="2703" y="634"/>
                  <a:pt x="2069" y="33"/>
                  <a:pt x="1335" y="0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572025" y="883378"/>
            <a:ext cx="4114727" cy="2480430"/>
          </a:xfrm>
          <a:custGeom>
            <a:avLst/>
            <a:gdLst/>
            <a:ahLst/>
            <a:cxnLst/>
            <a:rect l="l" t="t" r="r" b="b"/>
            <a:pathLst>
              <a:path w="73820" h="44500" extrusionOk="0">
                <a:moveTo>
                  <a:pt x="66648" y="2136"/>
                </a:moveTo>
                <a:cubicBezTo>
                  <a:pt x="69417" y="2136"/>
                  <a:pt x="71685" y="4404"/>
                  <a:pt x="71685" y="7172"/>
                </a:cubicBezTo>
                <a:lnTo>
                  <a:pt x="71685" y="42331"/>
                </a:lnTo>
                <a:lnTo>
                  <a:pt x="2169" y="42331"/>
                </a:lnTo>
                <a:lnTo>
                  <a:pt x="2169" y="7172"/>
                </a:lnTo>
                <a:cubicBezTo>
                  <a:pt x="2169" y="4404"/>
                  <a:pt x="4437" y="2136"/>
                  <a:pt x="7206" y="2136"/>
                </a:cubicBezTo>
                <a:close/>
                <a:moveTo>
                  <a:pt x="7206" y="1"/>
                </a:moveTo>
                <a:cubicBezTo>
                  <a:pt x="3236" y="1"/>
                  <a:pt x="0" y="3203"/>
                  <a:pt x="0" y="7172"/>
                </a:cubicBezTo>
                <a:lnTo>
                  <a:pt x="0" y="44499"/>
                </a:lnTo>
                <a:lnTo>
                  <a:pt x="73820" y="44499"/>
                </a:lnTo>
                <a:lnTo>
                  <a:pt x="73820" y="7172"/>
                </a:lnTo>
                <a:cubicBezTo>
                  <a:pt x="73820" y="3203"/>
                  <a:pt x="70617" y="1"/>
                  <a:pt x="66648" y="1"/>
                </a:cubicBezTo>
                <a:close/>
              </a:path>
            </a:pathLst>
          </a:cu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5617028" y="1504402"/>
            <a:ext cx="2022972" cy="1340658"/>
          </a:xfrm>
          <a:custGeom>
            <a:avLst/>
            <a:gdLst/>
            <a:ahLst/>
            <a:cxnLst/>
            <a:rect l="l" t="t" r="r" b="b"/>
            <a:pathLst>
              <a:path w="36293" h="24052" extrusionOk="0">
                <a:moveTo>
                  <a:pt x="0" y="1"/>
                </a:moveTo>
                <a:lnTo>
                  <a:pt x="0" y="24052"/>
                </a:lnTo>
                <a:lnTo>
                  <a:pt x="36293" y="24052"/>
                </a:lnTo>
                <a:lnTo>
                  <a:pt x="3629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5782472" y="1881888"/>
            <a:ext cx="1054322" cy="814417"/>
          </a:xfrm>
          <a:custGeom>
            <a:avLst/>
            <a:gdLst/>
            <a:ahLst/>
            <a:cxnLst/>
            <a:rect l="l" t="t" r="r" b="b"/>
            <a:pathLst>
              <a:path w="18915" h="14611" extrusionOk="0">
                <a:moveTo>
                  <a:pt x="1" y="0"/>
                </a:moveTo>
                <a:lnTo>
                  <a:pt x="1" y="14611"/>
                </a:lnTo>
                <a:lnTo>
                  <a:pt x="18914" y="14611"/>
                </a:lnTo>
                <a:lnTo>
                  <a:pt x="1891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828961" y="1928377"/>
            <a:ext cx="961348" cy="721443"/>
          </a:xfrm>
          <a:custGeom>
            <a:avLst/>
            <a:gdLst/>
            <a:ahLst/>
            <a:cxnLst/>
            <a:rect l="l" t="t" r="r" b="b"/>
            <a:pathLst>
              <a:path w="17247" h="12943" extrusionOk="0">
                <a:moveTo>
                  <a:pt x="1" y="0"/>
                </a:moveTo>
                <a:lnTo>
                  <a:pt x="1" y="12943"/>
                </a:lnTo>
                <a:lnTo>
                  <a:pt x="17246" y="12943"/>
                </a:lnTo>
                <a:lnTo>
                  <a:pt x="1724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875450" y="1976705"/>
            <a:ext cx="868373" cy="626685"/>
          </a:xfrm>
          <a:custGeom>
            <a:avLst/>
            <a:gdLst/>
            <a:ahLst/>
            <a:cxnLst/>
            <a:rect l="l" t="t" r="r" b="b"/>
            <a:pathLst>
              <a:path w="15579" h="11243" extrusionOk="0">
                <a:moveTo>
                  <a:pt x="1" y="1"/>
                </a:moveTo>
                <a:lnTo>
                  <a:pt x="1" y="11242"/>
                </a:lnTo>
                <a:lnTo>
                  <a:pt x="15579" y="11242"/>
                </a:lnTo>
                <a:lnTo>
                  <a:pt x="155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5847579" y="2289084"/>
            <a:ext cx="924113" cy="56"/>
          </a:xfrm>
          <a:custGeom>
            <a:avLst/>
            <a:gdLst/>
            <a:ahLst/>
            <a:cxnLst/>
            <a:rect l="l" t="t" r="r" b="b"/>
            <a:pathLst>
              <a:path w="16579" h="1" fill="none" extrusionOk="0">
                <a:moveTo>
                  <a:pt x="16579" y="1"/>
                </a:moveTo>
                <a:lnTo>
                  <a:pt x="0" y="1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068820" y="1900506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1" y="13210"/>
                </a:moveTo>
                <a:lnTo>
                  <a:pt x="1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6550435" y="1900506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0" y="13210"/>
                </a:moveTo>
                <a:lnTo>
                  <a:pt x="0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308680" y="1900506"/>
            <a:ext cx="56" cy="736325"/>
          </a:xfrm>
          <a:custGeom>
            <a:avLst/>
            <a:gdLst/>
            <a:ahLst/>
            <a:cxnLst/>
            <a:rect l="l" t="t" r="r" b="b"/>
            <a:pathLst>
              <a:path w="1" h="13210" fill="none" extrusionOk="0">
                <a:moveTo>
                  <a:pt x="1" y="13210"/>
                </a:moveTo>
                <a:lnTo>
                  <a:pt x="1" y="0"/>
                </a:lnTo>
              </a:path>
            </a:pathLst>
          </a:custGeom>
          <a:noFill/>
          <a:ln w="10850" cap="flat" cmpd="sng">
            <a:solidFill>
              <a:srgbClr val="FFFFFF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5617028" y="2649848"/>
            <a:ext cx="2022972" cy="195257"/>
          </a:xfrm>
          <a:custGeom>
            <a:avLst/>
            <a:gdLst/>
            <a:ahLst/>
            <a:cxnLst/>
            <a:rect l="l" t="t" r="r" b="b"/>
            <a:pathLst>
              <a:path w="36293" h="3503" extrusionOk="0">
                <a:moveTo>
                  <a:pt x="0" y="0"/>
                </a:moveTo>
                <a:lnTo>
                  <a:pt x="0" y="3503"/>
                </a:lnTo>
                <a:lnTo>
                  <a:pt x="36293" y="3503"/>
                </a:lnTo>
                <a:lnTo>
                  <a:pt x="36293" y="0"/>
                </a:ln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899995" y="1788910"/>
            <a:ext cx="548537" cy="1056162"/>
          </a:xfrm>
          <a:custGeom>
            <a:avLst/>
            <a:gdLst/>
            <a:ahLst/>
            <a:cxnLst/>
            <a:rect l="l" t="t" r="r" b="b"/>
            <a:pathLst>
              <a:path w="9841" h="18948" extrusionOk="0">
                <a:moveTo>
                  <a:pt x="1" y="1"/>
                </a:moveTo>
                <a:lnTo>
                  <a:pt x="1" y="18948"/>
                </a:lnTo>
                <a:lnTo>
                  <a:pt x="9841" y="18948"/>
                </a:lnTo>
                <a:lnTo>
                  <a:pt x="984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6950219" y="1770348"/>
            <a:ext cx="448150" cy="1076562"/>
          </a:xfrm>
          <a:custGeom>
            <a:avLst/>
            <a:gdLst/>
            <a:ahLst/>
            <a:cxnLst/>
            <a:rect l="l" t="t" r="r" b="b"/>
            <a:pathLst>
              <a:path w="8040" h="19314" extrusionOk="0">
                <a:moveTo>
                  <a:pt x="0" y="0"/>
                </a:moveTo>
                <a:lnTo>
                  <a:pt x="0" y="19314"/>
                </a:lnTo>
                <a:lnTo>
                  <a:pt x="8039" y="19314"/>
                </a:lnTo>
                <a:lnTo>
                  <a:pt x="80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6996708" y="1816781"/>
            <a:ext cx="355175" cy="981804"/>
          </a:xfrm>
          <a:custGeom>
            <a:avLst/>
            <a:gdLst/>
            <a:ahLst/>
            <a:cxnLst/>
            <a:rect l="l" t="t" r="r" b="b"/>
            <a:pathLst>
              <a:path w="6372" h="17614" extrusionOk="0">
                <a:moveTo>
                  <a:pt x="0" y="1"/>
                </a:moveTo>
                <a:lnTo>
                  <a:pt x="0" y="17614"/>
                </a:lnTo>
                <a:lnTo>
                  <a:pt x="6371" y="17614"/>
                </a:lnTo>
                <a:lnTo>
                  <a:pt x="637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617028" y="2103128"/>
            <a:ext cx="2026706" cy="148826"/>
          </a:xfrm>
          <a:custGeom>
            <a:avLst/>
            <a:gdLst/>
            <a:ahLst/>
            <a:cxnLst/>
            <a:rect l="l" t="t" r="r" b="b"/>
            <a:pathLst>
              <a:path w="36360" h="2670" extrusionOk="0">
                <a:moveTo>
                  <a:pt x="0" y="1"/>
                </a:moveTo>
                <a:lnTo>
                  <a:pt x="0" y="2303"/>
                </a:lnTo>
                <a:cubicBezTo>
                  <a:pt x="267" y="2536"/>
                  <a:pt x="567" y="2670"/>
                  <a:pt x="934" y="2670"/>
                </a:cubicBezTo>
                <a:cubicBezTo>
                  <a:pt x="1735" y="2670"/>
                  <a:pt x="2368" y="2036"/>
                  <a:pt x="2368" y="1235"/>
                </a:cubicBezTo>
                <a:cubicBezTo>
                  <a:pt x="2368" y="2036"/>
                  <a:pt x="3036" y="2670"/>
                  <a:pt x="3803" y="2670"/>
                </a:cubicBezTo>
                <a:cubicBezTo>
                  <a:pt x="4603" y="2670"/>
                  <a:pt x="5271" y="2036"/>
                  <a:pt x="5271" y="1235"/>
                </a:cubicBezTo>
                <a:cubicBezTo>
                  <a:pt x="5271" y="2036"/>
                  <a:pt x="5904" y="2670"/>
                  <a:pt x="6705" y="2670"/>
                </a:cubicBezTo>
                <a:cubicBezTo>
                  <a:pt x="7472" y="2670"/>
                  <a:pt x="8139" y="2036"/>
                  <a:pt x="8139" y="1235"/>
                </a:cubicBezTo>
                <a:cubicBezTo>
                  <a:pt x="8139" y="2036"/>
                  <a:pt x="8773" y="2670"/>
                  <a:pt x="9574" y="2670"/>
                </a:cubicBezTo>
                <a:cubicBezTo>
                  <a:pt x="10374" y="2670"/>
                  <a:pt x="11008" y="2036"/>
                  <a:pt x="11008" y="1235"/>
                </a:cubicBezTo>
                <a:cubicBezTo>
                  <a:pt x="11008" y="2036"/>
                  <a:pt x="11642" y="2670"/>
                  <a:pt x="12442" y="2670"/>
                </a:cubicBezTo>
                <a:cubicBezTo>
                  <a:pt x="13243" y="2670"/>
                  <a:pt x="13877" y="2036"/>
                  <a:pt x="13877" y="1235"/>
                </a:cubicBezTo>
                <a:cubicBezTo>
                  <a:pt x="13877" y="2036"/>
                  <a:pt x="14544" y="2670"/>
                  <a:pt x="15311" y="2670"/>
                </a:cubicBezTo>
                <a:cubicBezTo>
                  <a:pt x="16112" y="2670"/>
                  <a:pt x="16779" y="2036"/>
                  <a:pt x="16779" y="1235"/>
                </a:cubicBezTo>
                <a:cubicBezTo>
                  <a:pt x="16779" y="2036"/>
                  <a:pt x="17413" y="2670"/>
                  <a:pt x="18213" y="2670"/>
                </a:cubicBezTo>
                <a:cubicBezTo>
                  <a:pt x="18980" y="2670"/>
                  <a:pt x="19647" y="2036"/>
                  <a:pt x="19647" y="1235"/>
                </a:cubicBezTo>
                <a:cubicBezTo>
                  <a:pt x="19647" y="2036"/>
                  <a:pt x="20281" y="2670"/>
                  <a:pt x="21082" y="2670"/>
                </a:cubicBezTo>
                <a:cubicBezTo>
                  <a:pt x="21882" y="2670"/>
                  <a:pt x="22516" y="2036"/>
                  <a:pt x="22516" y="1235"/>
                </a:cubicBezTo>
                <a:cubicBezTo>
                  <a:pt x="22516" y="2036"/>
                  <a:pt x="23150" y="2670"/>
                  <a:pt x="23951" y="2670"/>
                </a:cubicBezTo>
                <a:cubicBezTo>
                  <a:pt x="24751" y="2670"/>
                  <a:pt x="25385" y="2036"/>
                  <a:pt x="25385" y="1235"/>
                </a:cubicBezTo>
                <a:cubicBezTo>
                  <a:pt x="25385" y="2036"/>
                  <a:pt x="26052" y="2670"/>
                  <a:pt x="26819" y="2670"/>
                </a:cubicBezTo>
                <a:cubicBezTo>
                  <a:pt x="27620" y="2670"/>
                  <a:pt x="28254" y="2036"/>
                  <a:pt x="28254" y="1235"/>
                </a:cubicBezTo>
                <a:cubicBezTo>
                  <a:pt x="28254" y="2036"/>
                  <a:pt x="28921" y="2670"/>
                  <a:pt x="29721" y="2670"/>
                </a:cubicBezTo>
                <a:cubicBezTo>
                  <a:pt x="30489" y="2670"/>
                  <a:pt x="31156" y="2036"/>
                  <a:pt x="31156" y="1235"/>
                </a:cubicBezTo>
                <a:cubicBezTo>
                  <a:pt x="31156" y="2036"/>
                  <a:pt x="31789" y="2670"/>
                  <a:pt x="32590" y="2670"/>
                </a:cubicBezTo>
                <a:cubicBezTo>
                  <a:pt x="33391" y="2670"/>
                  <a:pt x="34024" y="2036"/>
                  <a:pt x="34024" y="1235"/>
                </a:cubicBezTo>
                <a:cubicBezTo>
                  <a:pt x="34024" y="2036"/>
                  <a:pt x="34658" y="2670"/>
                  <a:pt x="35459" y="2670"/>
                </a:cubicBezTo>
                <a:cubicBezTo>
                  <a:pt x="35792" y="2670"/>
                  <a:pt x="36093" y="2536"/>
                  <a:pt x="36359" y="2369"/>
                </a:cubicBezTo>
                <a:lnTo>
                  <a:pt x="3635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950219" y="2343043"/>
            <a:ext cx="448150" cy="92974"/>
          </a:xfrm>
          <a:custGeom>
            <a:avLst/>
            <a:gdLst/>
            <a:ahLst/>
            <a:cxnLst/>
            <a:rect l="l" t="t" r="r" b="b"/>
            <a:pathLst>
              <a:path w="8040" h="1668" extrusionOk="0">
                <a:moveTo>
                  <a:pt x="0" y="0"/>
                </a:moveTo>
                <a:lnTo>
                  <a:pt x="0" y="1668"/>
                </a:lnTo>
                <a:lnTo>
                  <a:pt x="8039" y="1668"/>
                </a:lnTo>
                <a:lnTo>
                  <a:pt x="80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6978090" y="2376488"/>
            <a:ext cx="115326" cy="20512"/>
          </a:xfrm>
          <a:custGeom>
            <a:avLst/>
            <a:gdLst/>
            <a:ahLst/>
            <a:cxnLst/>
            <a:rect l="l" t="t" r="r" b="b"/>
            <a:pathLst>
              <a:path w="2069" h="368" extrusionOk="0">
                <a:moveTo>
                  <a:pt x="201" y="0"/>
                </a:moveTo>
                <a:cubicBezTo>
                  <a:pt x="101" y="0"/>
                  <a:pt x="1" y="67"/>
                  <a:pt x="1" y="201"/>
                </a:cubicBezTo>
                <a:cubicBezTo>
                  <a:pt x="1" y="301"/>
                  <a:pt x="101" y="367"/>
                  <a:pt x="201" y="367"/>
                </a:cubicBezTo>
                <a:lnTo>
                  <a:pt x="1869" y="367"/>
                </a:lnTo>
                <a:cubicBezTo>
                  <a:pt x="1969" y="367"/>
                  <a:pt x="2069" y="301"/>
                  <a:pt x="2069" y="201"/>
                </a:cubicBezTo>
                <a:cubicBezTo>
                  <a:pt x="2069" y="67"/>
                  <a:pt x="1969" y="0"/>
                  <a:pt x="186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617028" y="1575083"/>
            <a:ext cx="2022972" cy="167387"/>
          </a:xfrm>
          <a:custGeom>
            <a:avLst/>
            <a:gdLst/>
            <a:ahLst/>
            <a:cxnLst/>
            <a:rect l="l" t="t" r="r" b="b"/>
            <a:pathLst>
              <a:path w="36293" h="3003" extrusionOk="0">
                <a:moveTo>
                  <a:pt x="0" y="1"/>
                </a:moveTo>
                <a:lnTo>
                  <a:pt x="0" y="3003"/>
                </a:lnTo>
                <a:lnTo>
                  <a:pt x="36293" y="3003"/>
                </a:lnTo>
                <a:lnTo>
                  <a:pt x="3629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561230" y="1504402"/>
            <a:ext cx="2134563" cy="197152"/>
          </a:xfrm>
          <a:custGeom>
            <a:avLst/>
            <a:gdLst/>
            <a:ahLst/>
            <a:cxnLst/>
            <a:rect l="l" t="t" r="r" b="b"/>
            <a:pathLst>
              <a:path w="38295" h="3537" extrusionOk="0">
                <a:moveTo>
                  <a:pt x="0" y="1"/>
                </a:moveTo>
                <a:lnTo>
                  <a:pt x="0" y="3537"/>
                </a:lnTo>
                <a:lnTo>
                  <a:pt x="38294" y="3537"/>
                </a:lnTo>
                <a:lnTo>
                  <a:pt x="3829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6052098" y="1242246"/>
            <a:ext cx="1156549" cy="360749"/>
          </a:xfrm>
          <a:custGeom>
            <a:avLst/>
            <a:gdLst/>
            <a:ahLst/>
            <a:cxnLst/>
            <a:rect l="l" t="t" r="r" b="b"/>
            <a:pathLst>
              <a:path w="20749" h="6472" extrusionOk="0">
                <a:moveTo>
                  <a:pt x="1" y="1"/>
                </a:moveTo>
                <a:lnTo>
                  <a:pt x="1" y="6472"/>
                </a:lnTo>
                <a:lnTo>
                  <a:pt x="20749" y="6472"/>
                </a:lnTo>
                <a:lnTo>
                  <a:pt x="2074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037221" y="1231098"/>
            <a:ext cx="1180685" cy="383101"/>
          </a:xfrm>
          <a:custGeom>
            <a:avLst/>
            <a:gdLst/>
            <a:ahLst/>
            <a:cxnLst/>
            <a:rect l="l" t="t" r="r" b="b"/>
            <a:pathLst>
              <a:path w="21182" h="6873" extrusionOk="0">
                <a:moveTo>
                  <a:pt x="20782" y="401"/>
                </a:moveTo>
                <a:lnTo>
                  <a:pt x="20782" y="6472"/>
                </a:lnTo>
                <a:lnTo>
                  <a:pt x="434" y="6472"/>
                </a:lnTo>
                <a:lnTo>
                  <a:pt x="434" y="401"/>
                </a:lnTo>
                <a:close/>
                <a:moveTo>
                  <a:pt x="0" y="0"/>
                </a:moveTo>
                <a:lnTo>
                  <a:pt x="0" y="6872"/>
                </a:lnTo>
                <a:lnTo>
                  <a:pt x="21182" y="6872"/>
                </a:lnTo>
                <a:lnTo>
                  <a:pt x="211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429232" y="1770348"/>
            <a:ext cx="2398548" cy="260362"/>
          </a:xfrm>
          <a:custGeom>
            <a:avLst/>
            <a:gdLst/>
            <a:ahLst/>
            <a:cxnLst/>
            <a:rect l="l" t="t" r="r" b="b"/>
            <a:pathLst>
              <a:path w="43031" h="4671" extrusionOk="0">
                <a:moveTo>
                  <a:pt x="6104" y="0"/>
                </a:moveTo>
                <a:lnTo>
                  <a:pt x="0" y="4670"/>
                </a:lnTo>
                <a:lnTo>
                  <a:pt x="43031" y="4670"/>
                </a:lnTo>
                <a:lnTo>
                  <a:pt x="36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372301" y="1770348"/>
            <a:ext cx="455563" cy="260362"/>
          </a:xfrm>
          <a:custGeom>
            <a:avLst/>
            <a:gdLst/>
            <a:ahLst/>
            <a:cxnLst/>
            <a:rect l="l" t="t" r="r" b="b"/>
            <a:pathLst>
              <a:path w="8173" h="4671" extrusionOk="0">
                <a:moveTo>
                  <a:pt x="0" y="0"/>
                </a:moveTo>
                <a:lnTo>
                  <a:pt x="5304" y="4670"/>
                </a:lnTo>
                <a:lnTo>
                  <a:pt x="8173" y="4670"/>
                </a:lnTo>
                <a:lnTo>
                  <a:pt x="206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7143590" y="1770348"/>
            <a:ext cx="364484" cy="260362"/>
          </a:xfrm>
          <a:custGeom>
            <a:avLst/>
            <a:gdLst/>
            <a:ahLst/>
            <a:cxnLst/>
            <a:rect l="l" t="t" r="r" b="b"/>
            <a:pathLst>
              <a:path w="6539" h="4671" extrusionOk="0">
                <a:moveTo>
                  <a:pt x="0" y="0"/>
                </a:moveTo>
                <a:lnTo>
                  <a:pt x="3670" y="4670"/>
                </a:lnTo>
                <a:lnTo>
                  <a:pt x="6538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914879" y="1770348"/>
            <a:ext cx="273349" cy="260362"/>
          </a:xfrm>
          <a:custGeom>
            <a:avLst/>
            <a:gdLst/>
            <a:ahLst/>
            <a:cxnLst/>
            <a:rect l="l" t="t" r="r" b="b"/>
            <a:pathLst>
              <a:path w="4904" h="4671" extrusionOk="0">
                <a:moveTo>
                  <a:pt x="0" y="0"/>
                </a:moveTo>
                <a:lnTo>
                  <a:pt x="2035" y="4670"/>
                </a:lnTo>
                <a:lnTo>
                  <a:pt x="4904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686168" y="1770348"/>
            <a:ext cx="182270" cy="260362"/>
          </a:xfrm>
          <a:custGeom>
            <a:avLst/>
            <a:gdLst/>
            <a:ahLst/>
            <a:cxnLst/>
            <a:rect l="l" t="t" r="r" b="b"/>
            <a:pathLst>
              <a:path w="3270" h="4671" extrusionOk="0">
                <a:moveTo>
                  <a:pt x="0" y="0"/>
                </a:moveTo>
                <a:lnTo>
                  <a:pt x="401" y="4670"/>
                </a:lnTo>
                <a:lnTo>
                  <a:pt x="3269" y="4670"/>
                </a:lnTo>
                <a:lnTo>
                  <a:pt x="203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388670" y="1770348"/>
            <a:ext cx="182270" cy="260362"/>
          </a:xfrm>
          <a:custGeom>
            <a:avLst/>
            <a:gdLst/>
            <a:ahLst/>
            <a:cxnLst/>
            <a:rect l="l" t="t" r="r" b="b"/>
            <a:pathLst>
              <a:path w="3270" h="4671" extrusionOk="0">
                <a:moveTo>
                  <a:pt x="1235" y="0"/>
                </a:moveTo>
                <a:lnTo>
                  <a:pt x="0" y="4670"/>
                </a:lnTo>
                <a:lnTo>
                  <a:pt x="2869" y="4670"/>
                </a:lnTo>
                <a:lnTo>
                  <a:pt x="326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6068820" y="1770348"/>
            <a:ext cx="273405" cy="260362"/>
          </a:xfrm>
          <a:custGeom>
            <a:avLst/>
            <a:gdLst/>
            <a:ahLst/>
            <a:cxnLst/>
            <a:rect l="l" t="t" r="r" b="b"/>
            <a:pathLst>
              <a:path w="4905" h="4671" extrusionOk="0">
                <a:moveTo>
                  <a:pt x="2870" y="0"/>
                </a:moveTo>
                <a:lnTo>
                  <a:pt x="1" y="4670"/>
                </a:lnTo>
                <a:lnTo>
                  <a:pt x="2870" y="4670"/>
                </a:lnTo>
                <a:lnTo>
                  <a:pt x="490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749026" y="1770348"/>
            <a:ext cx="364484" cy="260362"/>
          </a:xfrm>
          <a:custGeom>
            <a:avLst/>
            <a:gdLst/>
            <a:ahLst/>
            <a:cxnLst/>
            <a:rect l="l" t="t" r="r" b="b"/>
            <a:pathLst>
              <a:path w="6539" h="4671" extrusionOk="0">
                <a:moveTo>
                  <a:pt x="4470" y="0"/>
                </a:moveTo>
                <a:lnTo>
                  <a:pt x="0" y="4670"/>
                </a:lnTo>
                <a:lnTo>
                  <a:pt x="2869" y="4670"/>
                </a:lnTo>
                <a:lnTo>
                  <a:pt x="653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429232" y="1770348"/>
            <a:ext cx="455563" cy="260362"/>
          </a:xfrm>
          <a:custGeom>
            <a:avLst/>
            <a:gdLst/>
            <a:ahLst/>
            <a:cxnLst/>
            <a:rect l="l" t="t" r="r" b="b"/>
            <a:pathLst>
              <a:path w="8173" h="4671" extrusionOk="0">
                <a:moveTo>
                  <a:pt x="6104" y="0"/>
                </a:moveTo>
                <a:lnTo>
                  <a:pt x="0" y="4670"/>
                </a:lnTo>
                <a:lnTo>
                  <a:pt x="2869" y="4670"/>
                </a:lnTo>
                <a:lnTo>
                  <a:pt x="81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5427337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68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903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5589101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749026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5908951" y="2030664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068820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35" y="2635"/>
                </a:cubicBezTo>
                <a:cubicBezTo>
                  <a:pt x="2236" y="2635"/>
                  <a:pt x="2870" y="2001"/>
                  <a:pt x="2870" y="1201"/>
                </a:cubicBezTo>
                <a:lnTo>
                  <a:pt x="2870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6228745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35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869" y="1201"/>
                </a:ln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6388670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67" y="2635"/>
                  <a:pt x="1468" y="2635"/>
                </a:cubicBezTo>
                <a:cubicBezTo>
                  <a:pt x="2235" y="2635"/>
                  <a:pt x="2902" y="2001"/>
                  <a:pt x="2902" y="1201"/>
                </a:cubicBezTo>
                <a:lnTo>
                  <a:pt x="2902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550435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6710360" y="2030664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4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870229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70" y="2001"/>
                  <a:pt x="2870" y="1201"/>
                </a:cubicBezTo>
                <a:lnTo>
                  <a:pt x="287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030154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4" y="2635"/>
                  <a:pt x="1435" y="2635"/>
                </a:cubicBezTo>
                <a:cubicBezTo>
                  <a:pt x="2235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7190079" y="2030664"/>
            <a:ext cx="161813" cy="146931"/>
          </a:xfrm>
          <a:custGeom>
            <a:avLst/>
            <a:gdLst/>
            <a:ahLst/>
            <a:cxnLst/>
            <a:rect l="l" t="t" r="r" b="b"/>
            <a:pathLst>
              <a:path w="2903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67" y="2635"/>
                  <a:pt x="1435" y="2635"/>
                </a:cubicBezTo>
                <a:cubicBezTo>
                  <a:pt x="2235" y="2635"/>
                  <a:pt x="2902" y="2001"/>
                  <a:pt x="2902" y="1201"/>
                </a:cubicBezTo>
                <a:lnTo>
                  <a:pt x="2869" y="1201"/>
                </a:ln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349948" y="2030664"/>
            <a:ext cx="161869" cy="146931"/>
          </a:xfrm>
          <a:custGeom>
            <a:avLst/>
            <a:gdLst/>
            <a:ahLst/>
            <a:cxnLst/>
            <a:rect l="l" t="t" r="r" b="b"/>
            <a:pathLst>
              <a:path w="2904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68" y="2635"/>
                  <a:pt x="1469" y="2635"/>
                </a:cubicBezTo>
                <a:cubicBezTo>
                  <a:pt x="2236" y="2635"/>
                  <a:pt x="2903" y="2001"/>
                  <a:pt x="2903" y="1201"/>
                </a:cubicBezTo>
                <a:lnTo>
                  <a:pt x="2903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511768" y="2030664"/>
            <a:ext cx="159918" cy="146931"/>
          </a:xfrm>
          <a:custGeom>
            <a:avLst/>
            <a:gdLst/>
            <a:ahLst/>
            <a:cxnLst/>
            <a:rect l="l" t="t" r="r" b="b"/>
            <a:pathLst>
              <a:path w="2869" h="2636" extrusionOk="0">
                <a:moveTo>
                  <a:pt x="0" y="0"/>
                </a:moveTo>
                <a:lnTo>
                  <a:pt x="0" y="1201"/>
                </a:lnTo>
                <a:cubicBezTo>
                  <a:pt x="0" y="2001"/>
                  <a:pt x="634" y="2635"/>
                  <a:pt x="1434" y="2635"/>
                </a:cubicBezTo>
                <a:cubicBezTo>
                  <a:pt x="2202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671638" y="2030664"/>
            <a:ext cx="159974" cy="146931"/>
          </a:xfrm>
          <a:custGeom>
            <a:avLst/>
            <a:gdLst/>
            <a:ahLst/>
            <a:cxnLst/>
            <a:rect l="l" t="t" r="r" b="b"/>
            <a:pathLst>
              <a:path w="2870" h="2636" extrusionOk="0">
                <a:moveTo>
                  <a:pt x="1" y="0"/>
                </a:moveTo>
                <a:lnTo>
                  <a:pt x="1" y="1201"/>
                </a:lnTo>
                <a:cubicBezTo>
                  <a:pt x="1" y="2001"/>
                  <a:pt x="635" y="2635"/>
                  <a:pt x="1435" y="2635"/>
                </a:cubicBezTo>
                <a:cubicBezTo>
                  <a:pt x="2236" y="2635"/>
                  <a:pt x="2869" y="2001"/>
                  <a:pt x="2869" y="1201"/>
                </a:cubicBezTo>
                <a:lnTo>
                  <a:pt x="2869" y="0"/>
                </a:lnTo>
                <a:close/>
              </a:path>
            </a:pathLst>
          </a:custGeom>
          <a:solidFill>
            <a:srgbClr val="A562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943103" y="2748344"/>
            <a:ext cx="245535" cy="245535"/>
          </a:xfrm>
          <a:custGeom>
            <a:avLst/>
            <a:gdLst/>
            <a:ahLst/>
            <a:cxnLst/>
            <a:rect l="l" t="t" r="r" b="b"/>
            <a:pathLst>
              <a:path w="4405" h="4405" extrusionOk="0">
                <a:moveTo>
                  <a:pt x="1" y="1"/>
                </a:moveTo>
                <a:lnTo>
                  <a:pt x="1902" y="4237"/>
                </a:lnTo>
                <a:lnTo>
                  <a:pt x="2770" y="3370"/>
                </a:lnTo>
                <a:lnTo>
                  <a:pt x="3770" y="4404"/>
                </a:lnTo>
                <a:lnTo>
                  <a:pt x="4404" y="3804"/>
                </a:lnTo>
                <a:lnTo>
                  <a:pt x="3370" y="2770"/>
                </a:lnTo>
                <a:lnTo>
                  <a:pt x="4237" y="1902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ctrTitle"/>
          </p:nvPr>
        </p:nvSpPr>
        <p:spPr>
          <a:xfrm>
            <a:off x="6037164" y="1242309"/>
            <a:ext cx="1180800" cy="36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2"/>
                </a:solidFill>
              </a:rPr>
              <a:t>SHOP</a:t>
            </a:r>
            <a:endParaRPr sz="25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2514575" y="409575"/>
            <a:ext cx="4114800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Nội dung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4720271" y="1234578"/>
            <a:ext cx="3344108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Lộ trình phát triển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sản phẩm</a:t>
            </a:r>
            <a:endParaRPr sz="2200" dirty="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9144000" y="1230481"/>
            <a:ext cx="2361509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oboto"/>
                <a:ea typeface="Roboto"/>
                <a:cs typeface="Roboto"/>
                <a:sym typeface="Roboto"/>
              </a:rPr>
              <a:t>platform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49509" y="3983416"/>
            <a:ext cx="2866346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Vướng mắc và giải pháp</a:t>
            </a:r>
            <a:endParaRPr sz="2200" dirty="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857675" y="3183426"/>
            <a:ext cx="2612526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Kế hoạch phát triển tiếp theo</a:t>
            </a:r>
            <a:endParaRPr sz="2200" dirty="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3514681" y="1107568"/>
            <a:ext cx="2343219" cy="3282933"/>
            <a:chOff x="3514681" y="1107568"/>
            <a:chExt cx="2343219" cy="3282933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514681" y="1194845"/>
              <a:ext cx="1567540" cy="3104651"/>
              <a:chOff x="2678318" y="1487495"/>
              <a:chExt cx="1567540" cy="3104651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2703018" y="1512454"/>
                <a:ext cx="1542840" cy="3054501"/>
              </a:xfrm>
              <a:custGeom>
                <a:avLst/>
                <a:gdLst/>
                <a:ahLst/>
                <a:cxnLst/>
                <a:rect l="l" t="t" r="r" b="b"/>
                <a:pathLst>
                  <a:path w="71403" h="141363" extrusionOk="0">
                    <a:moveTo>
                      <a:pt x="727" y="0"/>
                    </a:moveTo>
                    <a:cubicBezTo>
                      <a:pt x="322" y="0"/>
                      <a:pt x="1" y="322"/>
                      <a:pt x="1" y="714"/>
                    </a:cubicBezTo>
                    <a:cubicBezTo>
                      <a:pt x="1" y="1107"/>
                      <a:pt x="322" y="1429"/>
                      <a:pt x="727" y="1429"/>
                    </a:cubicBezTo>
                    <a:cubicBezTo>
                      <a:pt x="10074" y="1429"/>
                      <a:pt x="19134" y="3262"/>
                      <a:pt x="27683" y="6870"/>
                    </a:cubicBezTo>
                    <a:cubicBezTo>
                      <a:pt x="35922" y="10359"/>
                      <a:pt x="43328" y="15359"/>
                      <a:pt x="49686" y="21717"/>
                    </a:cubicBezTo>
                    <a:cubicBezTo>
                      <a:pt x="56044" y="28075"/>
                      <a:pt x="61044" y="35481"/>
                      <a:pt x="64533" y="43732"/>
                    </a:cubicBezTo>
                    <a:cubicBezTo>
                      <a:pt x="68140" y="52268"/>
                      <a:pt x="69974" y="61329"/>
                      <a:pt x="69974" y="70675"/>
                    </a:cubicBezTo>
                    <a:cubicBezTo>
                      <a:pt x="69974" y="80034"/>
                      <a:pt x="68140" y="89094"/>
                      <a:pt x="64533" y="97631"/>
                    </a:cubicBezTo>
                    <a:cubicBezTo>
                      <a:pt x="61044" y="105882"/>
                      <a:pt x="56044" y="113288"/>
                      <a:pt x="49686" y="119646"/>
                    </a:cubicBezTo>
                    <a:cubicBezTo>
                      <a:pt x="43328" y="126004"/>
                      <a:pt x="35922" y="131004"/>
                      <a:pt x="27683" y="134493"/>
                    </a:cubicBezTo>
                    <a:cubicBezTo>
                      <a:pt x="19134" y="138100"/>
                      <a:pt x="10074" y="139934"/>
                      <a:pt x="727" y="139934"/>
                    </a:cubicBezTo>
                    <a:cubicBezTo>
                      <a:pt x="322" y="139934"/>
                      <a:pt x="1" y="140255"/>
                      <a:pt x="1" y="140648"/>
                    </a:cubicBezTo>
                    <a:cubicBezTo>
                      <a:pt x="1" y="141041"/>
                      <a:pt x="322" y="141363"/>
                      <a:pt x="727" y="141363"/>
                    </a:cubicBezTo>
                    <a:cubicBezTo>
                      <a:pt x="10264" y="141363"/>
                      <a:pt x="19515" y="139493"/>
                      <a:pt x="28231" y="135802"/>
                    </a:cubicBezTo>
                    <a:cubicBezTo>
                      <a:pt x="36648" y="132243"/>
                      <a:pt x="44209" y="127147"/>
                      <a:pt x="50698" y="120658"/>
                    </a:cubicBezTo>
                    <a:cubicBezTo>
                      <a:pt x="57187" y="114169"/>
                      <a:pt x="62294" y="106608"/>
                      <a:pt x="65854" y="98191"/>
                    </a:cubicBezTo>
                    <a:cubicBezTo>
                      <a:pt x="69533" y="89475"/>
                      <a:pt x="71403" y="80224"/>
                      <a:pt x="71403" y="70675"/>
                    </a:cubicBezTo>
                    <a:cubicBezTo>
                      <a:pt x="71403" y="61139"/>
                      <a:pt x="69533" y="51887"/>
                      <a:pt x="65854" y="43172"/>
                    </a:cubicBezTo>
                    <a:cubicBezTo>
                      <a:pt x="62294" y="34754"/>
                      <a:pt x="57187" y="27194"/>
                      <a:pt x="50698" y="20705"/>
                    </a:cubicBezTo>
                    <a:cubicBezTo>
                      <a:pt x="44209" y="14216"/>
                      <a:pt x="36648" y="9120"/>
                      <a:pt x="28231" y="5560"/>
                    </a:cubicBezTo>
                    <a:cubicBezTo>
                      <a:pt x="19515" y="1869"/>
                      <a:pt x="10264" y="0"/>
                      <a:pt x="7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2678318" y="1487495"/>
                <a:ext cx="80553" cy="8079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739" extrusionOk="0">
                    <a:moveTo>
                      <a:pt x="1870" y="0"/>
                    </a:moveTo>
                    <a:cubicBezTo>
                      <a:pt x="834" y="0"/>
                      <a:pt x="1" y="834"/>
                      <a:pt x="1" y="1869"/>
                    </a:cubicBezTo>
                    <a:cubicBezTo>
                      <a:pt x="1" y="2905"/>
                      <a:pt x="834" y="3739"/>
                      <a:pt x="1870" y="3739"/>
                    </a:cubicBezTo>
                    <a:cubicBezTo>
                      <a:pt x="2894" y="3739"/>
                      <a:pt x="3727" y="2905"/>
                      <a:pt x="3727" y="1869"/>
                    </a:cubicBezTo>
                    <a:cubicBezTo>
                      <a:pt x="3727" y="834"/>
                      <a:pt x="2894" y="0"/>
                      <a:pt x="18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2678318" y="4511356"/>
                <a:ext cx="80553" cy="8079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3739" extrusionOk="0">
                    <a:moveTo>
                      <a:pt x="1870" y="0"/>
                    </a:moveTo>
                    <a:cubicBezTo>
                      <a:pt x="834" y="0"/>
                      <a:pt x="1" y="833"/>
                      <a:pt x="1" y="1869"/>
                    </a:cubicBezTo>
                    <a:cubicBezTo>
                      <a:pt x="1" y="2905"/>
                      <a:pt x="834" y="3739"/>
                      <a:pt x="1870" y="3739"/>
                    </a:cubicBezTo>
                    <a:cubicBezTo>
                      <a:pt x="2894" y="3739"/>
                      <a:pt x="3727" y="2905"/>
                      <a:pt x="3727" y="1869"/>
                    </a:cubicBezTo>
                    <a:cubicBezTo>
                      <a:pt x="3727" y="833"/>
                      <a:pt x="2894" y="0"/>
                      <a:pt x="18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5" name="Google Shape;125;p16"/>
            <p:cNvCxnSpPr/>
            <p:nvPr/>
          </p:nvCxnSpPr>
          <p:spPr>
            <a:xfrm>
              <a:off x="4267875" y="1309250"/>
              <a:ext cx="1590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26" name="Google Shape;126;p16"/>
            <p:cNvSpPr/>
            <p:nvPr/>
          </p:nvSpPr>
          <p:spPr>
            <a:xfrm>
              <a:off x="3928713" y="1107568"/>
              <a:ext cx="403691" cy="403384"/>
            </a:xfrm>
            <a:custGeom>
              <a:avLst/>
              <a:gdLst/>
              <a:ahLst/>
              <a:cxnLst/>
              <a:rect l="l" t="t" r="r" b="b"/>
              <a:pathLst>
                <a:path w="14146" h="14134" extrusionOk="0">
                  <a:moveTo>
                    <a:pt x="7073" y="0"/>
                  </a:moveTo>
                  <a:cubicBezTo>
                    <a:pt x="3168" y="0"/>
                    <a:pt x="1" y="3167"/>
                    <a:pt x="1" y="7073"/>
                  </a:cubicBezTo>
                  <a:cubicBezTo>
                    <a:pt x="1" y="10978"/>
                    <a:pt x="3168" y="14133"/>
                    <a:pt x="7073" y="14133"/>
                  </a:cubicBezTo>
                  <a:cubicBezTo>
                    <a:pt x="10978" y="14133"/>
                    <a:pt x="14145" y="10978"/>
                    <a:pt x="14145" y="7073"/>
                  </a:cubicBezTo>
                  <a:cubicBezTo>
                    <a:pt x="14145" y="3167"/>
                    <a:pt x="10978" y="0"/>
                    <a:pt x="7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1500">
                <a:solidFill>
                  <a:srgbClr val="FFFFFF"/>
                </a:solidFill>
              </a:endParaRPr>
            </a:p>
          </p:txBody>
        </p:sp>
        <p:cxnSp>
          <p:nvCxnSpPr>
            <p:cNvPr id="127" name="Google Shape;127;p16"/>
            <p:cNvCxnSpPr/>
            <p:nvPr/>
          </p:nvCxnSpPr>
          <p:spPr>
            <a:xfrm>
              <a:off x="4267875" y="4188625"/>
              <a:ext cx="1590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28" name="Google Shape;128;p16"/>
            <p:cNvSpPr/>
            <p:nvPr/>
          </p:nvSpPr>
          <p:spPr>
            <a:xfrm>
              <a:off x="3928708" y="3986762"/>
              <a:ext cx="403702" cy="403738"/>
            </a:xfrm>
            <a:custGeom>
              <a:avLst/>
              <a:gdLst/>
              <a:ahLst/>
              <a:cxnLst/>
              <a:rect l="l" t="t" r="r" b="b"/>
              <a:pathLst>
                <a:path w="14134" h="14134" extrusionOk="0">
                  <a:moveTo>
                    <a:pt x="7073" y="0"/>
                  </a:moveTo>
                  <a:cubicBezTo>
                    <a:pt x="3168" y="0"/>
                    <a:pt x="1" y="3168"/>
                    <a:pt x="1" y="7061"/>
                  </a:cubicBezTo>
                  <a:cubicBezTo>
                    <a:pt x="1" y="10966"/>
                    <a:pt x="3168" y="14133"/>
                    <a:pt x="7073" y="14133"/>
                  </a:cubicBezTo>
                  <a:cubicBezTo>
                    <a:pt x="10978" y="14133"/>
                    <a:pt x="14133" y="10966"/>
                    <a:pt x="14133" y="7061"/>
                  </a:cubicBezTo>
                  <a:cubicBezTo>
                    <a:pt x="14133" y="3168"/>
                    <a:pt x="10978" y="0"/>
                    <a:pt x="70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1500">
                <a:solidFill>
                  <a:srgbClr val="FFFFFF"/>
                </a:solidFill>
              </a:endParaRPr>
            </a:p>
          </p:txBody>
        </p:sp>
        <p:cxnSp>
          <p:nvCxnSpPr>
            <p:cNvPr id="129" name="Google Shape;129;p16"/>
            <p:cNvCxnSpPr/>
            <p:nvPr/>
          </p:nvCxnSpPr>
          <p:spPr>
            <a:xfrm>
              <a:off x="4995700" y="3228850"/>
              <a:ext cx="862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30" name="Google Shape;130;p16"/>
            <p:cNvSpPr/>
            <p:nvPr/>
          </p:nvSpPr>
          <p:spPr>
            <a:xfrm>
              <a:off x="4768391" y="3026968"/>
              <a:ext cx="403709" cy="403744"/>
            </a:xfrm>
            <a:custGeom>
              <a:avLst/>
              <a:gdLst/>
              <a:ahLst/>
              <a:cxnLst/>
              <a:rect l="l" t="t" r="r" b="b"/>
              <a:pathLst>
                <a:path w="14133" h="14133" extrusionOk="0">
                  <a:moveTo>
                    <a:pt x="7072" y="0"/>
                  </a:moveTo>
                  <a:cubicBezTo>
                    <a:pt x="3167" y="0"/>
                    <a:pt x="0" y="3167"/>
                    <a:pt x="0" y="7060"/>
                  </a:cubicBezTo>
                  <a:cubicBezTo>
                    <a:pt x="0" y="10966"/>
                    <a:pt x="3167" y="14133"/>
                    <a:pt x="7072" y="14133"/>
                  </a:cubicBezTo>
                  <a:cubicBezTo>
                    <a:pt x="10978" y="14133"/>
                    <a:pt x="14133" y="10966"/>
                    <a:pt x="14133" y="7060"/>
                  </a:cubicBezTo>
                  <a:cubicBezTo>
                    <a:pt x="14133" y="3167"/>
                    <a:pt x="10978" y="0"/>
                    <a:pt x="70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1500">
                <a:solidFill>
                  <a:srgbClr val="FFFFFF"/>
                </a:solidFill>
              </a:endParaRPr>
            </a:p>
          </p:txBody>
        </p:sp>
        <p:cxnSp>
          <p:nvCxnSpPr>
            <p:cNvPr id="131" name="Google Shape;131;p16"/>
            <p:cNvCxnSpPr/>
            <p:nvPr/>
          </p:nvCxnSpPr>
          <p:spPr>
            <a:xfrm>
              <a:off x="5010475" y="2269050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132" name="Google Shape;132;p16"/>
            <p:cNvSpPr/>
            <p:nvPr/>
          </p:nvSpPr>
          <p:spPr>
            <a:xfrm>
              <a:off x="4768394" y="2067181"/>
              <a:ext cx="403702" cy="403738"/>
            </a:xfrm>
            <a:custGeom>
              <a:avLst/>
              <a:gdLst/>
              <a:ahLst/>
              <a:cxnLst/>
              <a:rect l="l" t="t" r="r" b="b"/>
              <a:pathLst>
                <a:path w="14134" h="14134" extrusionOk="0">
                  <a:moveTo>
                    <a:pt x="7073" y="1"/>
                  </a:moveTo>
                  <a:cubicBezTo>
                    <a:pt x="3168" y="1"/>
                    <a:pt x="1" y="3156"/>
                    <a:pt x="1" y="7061"/>
                  </a:cubicBezTo>
                  <a:cubicBezTo>
                    <a:pt x="1" y="10966"/>
                    <a:pt x="3168" y="14133"/>
                    <a:pt x="7073" y="14133"/>
                  </a:cubicBezTo>
                  <a:cubicBezTo>
                    <a:pt x="10966" y="14133"/>
                    <a:pt x="14133" y="10966"/>
                    <a:pt x="14133" y="7061"/>
                  </a:cubicBezTo>
                  <a:cubicBezTo>
                    <a:pt x="14133" y="3156"/>
                    <a:pt x="10966" y="1"/>
                    <a:pt x="7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1500">
                <a:solidFill>
                  <a:srgbClr val="FFFFFF"/>
                </a:solidFill>
              </a:endParaRPr>
            </a:p>
          </p:txBody>
        </p:sp>
      </p:grpSp>
      <p:sp>
        <p:nvSpPr>
          <p:cNvPr id="133" name="Google Shape;133;p16"/>
          <p:cNvSpPr txBox="1"/>
          <p:nvPr/>
        </p:nvSpPr>
        <p:spPr>
          <a:xfrm>
            <a:off x="6141425" y="2148769"/>
            <a:ext cx="2361509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Danh mục tính năng hiện hành</a:t>
            </a:r>
            <a:endParaRPr sz="22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458250" y="2514000"/>
            <a:ext cx="19200" cy="36700"/>
          </a:xfrm>
          <a:custGeom>
            <a:avLst/>
            <a:gdLst/>
            <a:ahLst/>
            <a:cxnLst/>
            <a:rect l="l" t="t" r="r" b="b"/>
            <a:pathLst>
              <a:path w="768" h="1468" fill="none" extrusionOk="0">
                <a:moveTo>
                  <a:pt x="768" y="1468"/>
                </a:moveTo>
                <a:cubicBezTo>
                  <a:pt x="534" y="968"/>
                  <a:pt x="267" y="467"/>
                  <a:pt x="0" y="0"/>
                </a:cubicBezTo>
              </a:path>
            </a:pathLst>
          </a:custGeom>
          <a:noFill/>
          <a:ln w="4170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458438" y="2381966"/>
            <a:ext cx="1831569" cy="2761480"/>
          </a:xfrm>
          <a:custGeom>
            <a:avLst/>
            <a:gdLst/>
            <a:ahLst/>
            <a:cxnLst/>
            <a:rect l="l" t="t" r="r" b="b"/>
            <a:pathLst>
              <a:path w="50304" h="75844" extrusionOk="0">
                <a:moveTo>
                  <a:pt x="10290" y="0"/>
                </a:moveTo>
                <a:cubicBezTo>
                  <a:pt x="9560" y="0"/>
                  <a:pt x="8996" y="196"/>
                  <a:pt x="8707" y="423"/>
                </a:cubicBezTo>
                <a:cubicBezTo>
                  <a:pt x="7473" y="1424"/>
                  <a:pt x="9307" y="13999"/>
                  <a:pt x="9374" y="17902"/>
                </a:cubicBezTo>
                <a:cubicBezTo>
                  <a:pt x="9541" y="27309"/>
                  <a:pt x="7539" y="33780"/>
                  <a:pt x="7139" y="36315"/>
                </a:cubicBezTo>
                <a:cubicBezTo>
                  <a:pt x="6572" y="40018"/>
                  <a:pt x="7206" y="46489"/>
                  <a:pt x="9307" y="53494"/>
                </a:cubicBezTo>
                <a:lnTo>
                  <a:pt x="1" y="75844"/>
                </a:lnTo>
                <a:lnTo>
                  <a:pt x="30289" y="75844"/>
                </a:lnTo>
                <a:lnTo>
                  <a:pt x="30856" y="60066"/>
                </a:lnTo>
                <a:cubicBezTo>
                  <a:pt x="32224" y="60032"/>
                  <a:pt x="33591" y="59832"/>
                  <a:pt x="34926" y="59499"/>
                </a:cubicBezTo>
                <a:cubicBezTo>
                  <a:pt x="47902" y="56129"/>
                  <a:pt x="50303" y="47723"/>
                  <a:pt x="50303" y="47723"/>
                </a:cubicBezTo>
                <a:cubicBezTo>
                  <a:pt x="50303" y="47723"/>
                  <a:pt x="22050" y="24840"/>
                  <a:pt x="19081" y="11965"/>
                </a:cubicBezTo>
                <a:cubicBezTo>
                  <a:pt x="16834" y="2084"/>
                  <a:pt x="12672" y="0"/>
                  <a:pt x="10290" y="0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2129694" y="2351891"/>
            <a:ext cx="521064" cy="555070"/>
          </a:xfrm>
          <a:custGeom>
            <a:avLst/>
            <a:gdLst/>
            <a:ahLst/>
            <a:cxnLst/>
            <a:rect l="l" t="t" r="r" b="b"/>
            <a:pathLst>
              <a:path w="14311" h="15245" extrusionOk="0">
                <a:moveTo>
                  <a:pt x="9564" y="0"/>
                </a:moveTo>
                <a:cubicBezTo>
                  <a:pt x="8587" y="0"/>
                  <a:pt x="7664" y="385"/>
                  <a:pt x="7038" y="1149"/>
                </a:cubicBezTo>
                <a:lnTo>
                  <a:pt x="1201" y="9188"/>
                </a:lnTo>
                <a:cubicBezTo>
                  <a:pt x="0" y="10656"/>
                  <a:pt x="400" y="12924"/>
                  <a:pt x="2102" y="14292"/>
                </a:cubicBezTo>
                <a:cubicBezTo>
                  <a:pt x="2896" y="14927"/>
                  <a:pt x="3834" y="15245"/>
                  <a:pt x="4728" y="15245"/>
                </a:cubicBezTo>
                <a:cubicBezTo>
                  <a:pt x="5712" y="15245"/>
                  <a:pt x="6643" y="14860"/>
                  <a:pt x="7272" y="14091"/>
                </a:cubicBezTo>
                <a:lnTo>
                  <a:pt x="13109" y="6052"/>
                </a:lnTo>
                <a:cubicBezTo>
                  <a:pt x="14310" y="4618"/>
                  <a:pt x="13877" y="2316"/>
                  <a:pt x="12209" y="982"/>
                </a:cubicBezTo>
                <a:cubicBezTo>
                  <a:pt x="11409" y="326"/>
                  <a:pt x="10464" y="0"/>
                  <a:pt x="95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963711" y="1702615"/>
            <a:ext cx="1473258" cy="2699947"/>
          </a:xfrm>
          <a:custGeom>
            <a:avLst/>
            <a:gdLst/>
            <a:ahLst/>
            <a:cxnLst/>
            <a:rect l="l" t="t" r="r" b="b"/>
            <a:pathLst>
              <a:path w="40463" h="74154" extrusionOk="0">
                <a:moveTo>
                  <a:pt x="3369" y="1"/>
                </a:moveTo>
                <a:cubicBezTo>
                  <a:pt x="1668" y="1"/>
                  <a:pt x="267" y="1368"/>
                  <a:pt x="267" y="3103"/>
                </a:cubicBezTo>
                <a:lnTo>
                  <a:pt x="34" y="70918"/>
                </a:lnTo>
                <a:cubicBezTo>
                  <a:pt x="0" y="72653"/>
                  <a:pt x="1401" y="74054"/>
                  <a:pt x="3136" y="74054"/>
                </a:cubicBezTo>
                <a:lnTo>
                  <a:pt x="37093" y="74154"/>
                </a:lnTo>
                <a:cubicBezTo>
                  <a:pt x="38795" y="74154"/>
                  <a:pt x="40196" y="72786"/>
                  <a:pt x="40229" y="71051"/>
                </a:cubicBezTo>
                <a:lnTo>
                  <a:pt x="40462" y="3236"/>
                </a:lnTo>
                <a:cubicBezTo>
                  <a:pt x="40462" y="1502"/>
                  <a:pt x="39061" y="101"/>
                  <a:pt x="37327" y="101"/>
                </a:cubicBezTo>
                <a:lnTo>
                  <a:pt x="33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964912" y="1926104"/>
            <a:ext cx="1470855" cy="2034372"/>
          </a:xfrm>
          <a:custGeom>
            <a:avLst/>
            <a:gdLst/>
            <a:ahLst/>
            <a:cxnLst/>
            <a:rect l="l" t="t" r="r" b="b"/>
            <a:pathLst>
              <a:path w="40397" h="55874" extrusionOk="0">
                <a:moveTo>
                  <a:pt x="201" y="0"/>
                </a:moveTo>
                <a:lnTo>
                  <a:pt x="1" y="55740"/>
                </a:lnTo>
                <a:lnTo>
                  <a:pt x="40196" y="55874"/>
                </a:lnTo>
                <a:lnTo>
                  <a:pt x="40396" y="134"/>
                </a:lnTo>
                <a:lnTo>
                  <a:pt x="20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100943" y="2076699"/>
            <a:ext cx="1065175" cy="765193"/>
          </a:xfrm>
          <a:custGeom>
            <a:avLst/>
            <a:gdLst/>
            <a:ahLst/>
            <a:cxnLst/>
            <a:rect l="l" t="t" r="r" b="b"/>
            <a:pathLst>
              <a:path w="29255" h="21016" extrusionOk="0">
                <a:moveTo>
                  <a:pt x="27387" y="7639"/>
                </a:moveTo>
                <a:lnTo>
                  <a:pt x="24385" y="19415"/>
                </a:lnTo>
                <a:lnTo>
                  <a:pt x="8173" y="19415"/>
                </a:lnTo>
                <a:lnTo>
                  <a:pt x="6505" y="7639"/>
                </a:lnTo>
                <a:close/>
                <a:moveTo>
                  <a:pt x="2903" y="1"/>
                </a:moveTo>
                <a:cubicBezTo>
                  <a:pt x="1302" y="1"/>
                  <a:pt x="1" y="1302"/>
                  <a:pt x="1" y="2869"/>
                </a:cubicBezTo>
                <a:lnTo>
                  <a:pt x="1" y="4737"/>
                </a:lnTo>
                <a:cubicBezTo>
                  <a:pt x="1" y="5171"/>
                  <a:pt x="368" y="5538"/>
                  <a:pt x="801" y="5538"/>
                </a:cubicBezTo>
                <a:cubicBezTo>
                  <a:pt x="1268" y="5538"/>
                  <a:pt x="1602" y="5171"/>
                  <a:pt x="1602" y="4737"/>
                </a:cubicBezTo>
                <a:lnTo>
                  <a:pt x="1602" y="2869"/>
                </a:lnTo>
                <a:cubicBezTo>
                  <a:pt x="1602" y="2169"/>
                  <a:pt x="2202" y="1602"/>
                  <a:pt x="2903" y="1602"/>
                </a:cubicBezTo>
                <a:cubicBezTo>
                  <a:pt x="3503" y="1602"/>
                  <a:pt x="4070" y="2069"/>
                  <a:pt x="4170" y="2703"/>
                </a:cubicBezTo>
                <a:lnTo>
                  <a:pt x="6672" y="20315"/>
                </a:lnTo>
                <a:cubicBezTo>
                  <a:pt x="6739" y="20715"/>
                  <a:pt x="7072" y="21016"/>
                  <a:pt x="7473" y="21016"/>
                </a:cubicBezTo>
                <a:lnTo>
                  <a:pt x="25018" y="21016"/>
                </a:lnTo>
                <a:cubicBezTo>
                  <a:pt x="25385" y="21016"/>
                  <a:pt x="25686" y="20749"/>
                  <a:pt x="25786" y="20382"/>
                </a:cubicBezTo>
                <a:lnTo>
                  <a:pt x="29188" y="7039"/>
                </a:lnTo>
                <a:cubicBezTo>
                  <a:pt x="29255" y="6805"/>
                  <a:pt x="29188" y="6539"/>
                  <a:pt x="29055" y="6338"/>
                </a:cubicBezTo>
                <a:cubicBezTo>
                  <a:pt x="28888" y="6138"/>
                  <a:pt x="28654" y="6038"/>
                  <a:pt x="28421" y="6038"/>
                </a:cubicBezTo>
                <a:lnTo>
                  <a:pt x="6272" y="6038"/>
                </a:lnTo>
                <a:lnTo>
                  <a:pt x="5738" y="2469"/>
                </a:lnTo>
                <a:cubicBezTo>
                  <a:pt x="5538" y="1068"/>
                  <a:pt x="4304" y="1"/>
                  <a:pt x="290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1517555" y="2302518"/>
            <a:ext cx="112980" cy="539378"/>
          </a:xfrm>
          <a:custGeom>
            <a:avLst/>
            <a:gdLst/>
            <a:ahLst/>
            <a:cxnLst/>
            <a:rect l="l" t="t" r="r" b="b"/>
            <a:pathLst>
              <a:path w="3103" h="14814" extrusionOk="0">
                <a:moveTo>
                  <a:pt x="798" y="1"/>
                </a:moveTo>
                <a:cubicBezTo>
                  <a:pt x="777" y="1"/>
                  <a:pt x="756" y="2"/>
                  <a:pt x="734" y="3"/>
                </a:cubicBezTo>
                <a:cubicBezTo>
                  <a:pt x="300" y="70"/>
                  <a:pt x="0" y="470"/>
                  <a:pt x="33" y="904"/>
                </a:cubicBezTo>
                <a:lnTo>
                  <a:pt x="1468" y="14080"/>
                </a:lnTo>
                <a:cubicBezTo>
                  <a:pt x="1501" y="14513"/>
                  <a:pt x="1868" y="14814"/>
                  <a:pt x="2268" y="14814"/>
                </a:cubicBezTo>
                <a:lnTo>
                  <a:pt x="2368" y="14814"/>
                </a:lnTo>
                <a:cubicBezTo>
                  <a:pt x="2802" y="14747"/>
                  <a:pt x="3102" y="14347"/>
                  <a:pt x="3069" y="13913"/>
                </a:cubicBezTo>
                <a:lnTo>
                  <a:pt x="1635" y="737"/>
                </a:lnTo>
                <a:cubicBezTo>
                  <a:pt x="1603" y="323"/>
                  <a:pt x="1237" y="1"/>
                  <a:pt x="79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1784738" y="2302518"/>
            <a:ext cx="106936" cy="539378"/>
          </a:xfrm>
          <a:custGeom>
            <a:avLst/>
            <a:gdLst/>
            <a:ahLst/>
            <a:cxnLst/>
            <a:rect l="l" t="t" r="r" b="b"/>
            <a:pathLst>
              <a:path w="2937" h="14814" extrusionOk="0">
                <a:moveTo>
                  <a:pt x="2109" y="1"/>
                </a:moveTo>
                <a:cubicBezTo>
                  <a:pt x="1699" y="1"/>
                  <a:pt x="1333" y="323"/>
                  <a:pt x="1302" y="737"/>
                </a:cubicBezTo>
                <a:lnTo>
                  <a:pt x="34" y="13913"/>
                </a:lnTo>
                <a:cubicBezTo>
                  <a:pt x="1" y="14380"/>
                  <a:pt x="334" y="14747"/>
                  <a:pt x="768" y="14814"/>
                </a:cubicBezTo>
                <a:lnTo>
                  <a:pt x="835" y="14814"/>
                </a:lnTo>
                <a:cubicBezTo>
                  <a:pt x="1235" y="14814"/>
                  <a:pt x="1602" y="14480"/>
                  <a:pt x="1635" y="14080"/>
                </a:cubicBezTo>
                <a:lnTo>
                  <a:pt x="2903" y="904"/>
                </a:lnTo>
                <a:cubicBezTo>
                  <a:pt x="2936" y="437"/>
                  <a:pt x="2603" y="70"/>
                  <a:pt x="2169" y="3"/>
                </a:cubicBezTo>
                <a:cubicBezTo>
                  <a:pt x="2149" y="2"/>
                  <a:pt x="2129" y="1"/>
                  <a:pt x="210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325634" y="2459302"/>
            <a:ext cx="772475" cy="58329"/>
          </a:xfrm>
          <a:custGeom>
            <a:avLst/>
            <a:gdLst/>
            <a:ahLst/>
            <a:cxnLst/>
            <a:rect l="l" t="t" r="r" b="b"/>
            <a:pathLst>
              <a:path w="21216" h="1602" extrusionOk="0">
                <a:moveTo>
                  <a:pt x="801" y="0"/>
                </a:moveTo>
                <a:cubicBezTo>
                  <a:pt x="334" y="0"/>
                  <a:pt x="1" y="367"/>
                  <a:pt x="1" y="801"/>
                </a:cubicBezTo>
                <a:cubicBezTo>
                  <a:pt x="1" y="1268"/>
                  <a:pt x="334" y="1601"/>
                  <a:pt x="801" y="1601"/>
                </a:cubicBezTo>
                <a:lnTo>
                  <a:pt x="20415" y="1601"/>
                </a:lnTo>
                <a:cubicBezTo>
                  <a:pt x="20849" y="1601"/>
                  <a:pt x="21216" y="1268"/>
                  <a:pt x="21216" y="801"/>
                </a:cubicBezTo>
                <a:cubicBezTo>
                  <a:pt x="21216" y="367"/>
                  <a:pt x="20849" y="0"/>
                  <a:pt x="204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345077" y="2617179"/>
            <a:ext cx="733625" cy="58329"/>
          </a:xfrm>
          <a:custGeom>
            <a:avLst/>
            <a:gdLst/>
            <a:ahLst/>
            <a:cxnLst/>
            <a:rect l="l" t="t" r="r" b="b"/>
            <a:pathLst>
              <a:path w="20149" h="1602" extrusionOk="0">
                <a:moveTo>
                  <a:pt x="801" y="1"/>
                </a:moveTo>
                <a:cubicBezTo>
                  <a:pt x="367" y="1"/>
                  <a:pt x="0" y="334"/>
                  <a:pt x="0" y="801"/>
                </a:cubicBezTo>
                <a:cubicBezTo>
                  <a:pt x="0" y="1235"/>
                  <a:pt x="367" y="1602"/>
                  <a:pt x="801" y="1602"/>
                </a:cubicBezTo>
                <a:lnTo>
                  <a:pt x="19348" y="1602"/>
                </a:lnTo>
                <a:cubicBezTo>
                  <a:pt x="19781" y="1602"/>
                  <a:pt x="20148" y="1235"/>
                  <a:pt x="20148" y="801"/>
                </a:cubicBezTo>
                <a:cubicBezTo>
                  <a:pt x="20148" y="334"/>
                  <a:pt x="19781" y="1"/>
                  <a:pt x="193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453181" y="2871035"/>
            <a:ext cx="166430" cy="166430"/>
          </a:xfrm>
          <a:custGeom>
            <a:avLst/>
            <a:gdLst/>
            <a:ahLst/>
            <a:cxnLst/>
            <a:rect l="l" t="t" r="r" b="b"/>
            <a:pathLst>
              <a:path w="4571" h="4571" extrusionOk="0">
                <a:moveTo>
                  <a:pt x="2302" y="1601"/>
                </a:moveTo>
                <a:cubicBezTo>
                  <a:pt x="2669" y="1601"/>
                  <a:pt x="2969" y="1902"/>
                  <a:pt x="2969" y="2269"/>
                </a:cubicBezTo>
                <a:cubicBezTo>
                  <a:pt x="2969" y="2635"/>
                  <a:pt x="2669" y="2936"/>
                  <a:pt x="2302" y="2936"/>
                </a:cubicBezTo>
                <a:cubicBezTo>
                  <a:pt x="1935" y="2936"/>
                  <a:pt x="1635" y="2635"/>
                  <a:pt x="1635" y="2269"/>
                </a:cubicBezTo>
                <a:cubicBezTo>
                  <a:pt x="1635" y="1902"/>
                  <a:pt x="1935" y="1601"/>
                  <a:pt x="2302" y="1601"/>
                </a:cubicBezTo>
                <a:close/>
                <a:moveTo>
                  <a:pt x="2302" y="0"/>
                </a:moveTo>
                <a:cubicBezTo>
                  <a:pt x="1034" y="0"/>
                  <a:pt x="0" y="1034"/>
                  <a:pt x="0" y="2269"/>
                </a:cubicBezTo>
                <a:cubicBezTo>
                  <a:pt x="0" y="3536"/>
                  <a:pt x="1034" y="4570"/>
                  <a:pt x="2302" y="4570"/>
                </a:cubicBezTo>
                <a:cubicBezTo>
                  <a:pt x="3536" y="4570"/>
                  <a:pt x="4570" y="3536"/>
                  <a:pt x="4570" y="2269"/>
                </a:cubicBezTo>
                <a:cubicBezTo>
                  <a:pt x="4570" y="1034"/>
                  <a:pt x="3536" y="0"/>
                  <a:pt x="23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1790818" y="2871035"/>
            <a:ext cx="166430" cy="166430"/>
          </a:xfrm>
          <a:custGeom>
            <a:avLst/>
            <a:gdLst/>
            <a:ahLst/>
            <a:cxnLst/>
            <a:rect l="l" t="t" r="r" b="b"/>
            <a:pathLst>
              <a:path w="4571" h="4571" extrusionOk="0">
                <a:moveTo>
                  <a:pt x="2269" y="1601"/>
                </a:moveTo>
                <a:cubicBezTo>
                  <a:pt x="2636" y="1601"/>
                  <a:pt x="2936" y="1902"/>
                  <a:pt x="2936" y="2269"/>
                </a:cubicBezTo>
                <a:cubicBezTo>
                  <a:pt x="2936" y="2635"/>
                  <a:pt x="2636" y="2936"/>
                  <a:pt x="2269" y="2936"/>
                </a:cubicBezTo>
                <a:cubicBezTo>
                  <a:pt x="1902" y="2936"/>
                  <a:pt x="1602" y="2635"/>
                  <a:pt x="1602" y="2269"/>
                </a:cubicBezTo>
                <a:cubicBezTo>
                  <a:pt x="1602" y="1902"/>
                  <a:pt x="1902" y="1601"/>
                  <a:pt x="2269" y="1601"/>
                </a:cubicBezTo>
                <a:close/>
                <a:moveTo>
                  <a:pt x="2269" y="0"/>
                </a:moveTo>
                <a:cubicBezTo>
                  <a:pt x="1035" y="0"/>
                  <a:pt x="0" y="1034"/>
                  <a:pt x="0" y="2269"/>
                </a:cubicBezTo>
                <a:cubicBezTo>
                  <a:pt x="0" y="3536"/>
                  <a:pt x="1035" y="4570"/>
                  <a:pt x="2269" y="4570"/>
                </a:cubicBezTo>
                <a:cubicBezTo>
                  <a:pt x="3536" y="4570"/>
                  <a:pt x="4570" y="3536"/>
                  <a:pt x="4537" y="2269"/>
                </a:cubicBezTo>
                <a:cubicBezTo>
                  <a:pt x="4537" y="1034"/>
                  <a:pt x="3536" y="0"/>
                  <a:pt x="226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1100943" y="3333779"/>
            <a:ext cx="1200001" cy="414200"/>
          </a:xfrm>
          <a:custGeom>
            <a:avLst/>
            <a:gdLst/>
            <a:ahLst/>
            <a:cxnLst/>
            <a:rect l="l" t="t" r="r" b="b"/>
            <a:pathLst>
              <a:path w="32958" h="11376" extrusionOk="0">
                <a:moveTo>
                  <a:pt x="2035" y="0"/>
                </a:moveTo>
                <a:cubicBezTo>
                  <a:pt x="901" y="0"/>
                  <a:pt x="1" y="901"/>
                  <a:pt x="1" y="2035"/>
                </a:cubicBezTo>
                <a:lnTo>
                  <a:pt x="1" y="9340"/>
                </a:lnTo>
                <a:cubicBezTo>
                  <a:pt x="1" y="10474"/>
                  <a:pt x="901" y="11375"/>
                  <a:pt x="2035" y="11375"/>
                </a:cubicBezTo>
                <a:lnTo>
                  <a:pt x="30923" y="11375"/>
                </a:lnTo>
                <a:cubicBezTo>
                  <a:pt x="32023" y="11375"/>
                  <a:pt x="32957" y="10474"/>
                  <a:pt x="32957" y="9340"/>
                </a:cubicBezTo>
                <a:lnTo>
                  <a:pt x="32957" y="2035"/>
                </a:lnTo>
                <a:cubicBezTo>
                  <a:pt x="32957" y="901"/>
                  <a:pt x="32023" y="0"/>
                  <a:pt x="309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1510237" y="1796154"/>
            <a:ext cx="400838" cy="32805"/>
          </a:xfrm>
          <a:custGeom>
            <a:avLst/>
            <a:gdLst/>
            <a:ahLst/>
            <a:cxnLst/>
            <a:rect l="l" t="t" r="r" b="b"/>
            <a:pathLst>
              <a:path w="11009" h="901" extrusionOk="0">
                <a:moveTo>
                  <a:pt x="401" y="0"/>
                </a:moveTo>
                <a:cubicBezTo>
                  <a:pt x="168" y="0"/>
                  <a:pt x="1" y="200"/>
                  <a:pt x="1" y="434"/>
                </a:cubicBezTo>
                <a:cubicBezTo>
                  <a:pt x="1" y="667"/>
                  <a:pt x="168" y="867"/>
                  <a:pt x="401" y="867"/>
                </a:cubicBezTo>
                <a:lnTo>
                  <a:pt x="10575" y="901"/>
                </a:lnTo>
                <a:cubicBezTo>
                  <a:pt x="10809" y="901"/>
                  <a:pt x="11009" y="701"/>
                  <a:pt x="11009" y="467"/>
                </a:cubicBezTo>
                <a:cubicBezTo>
                  <a:pt x="11009" y="234"/>
                  <a:pt x="10809" y="67"/>
                  <a:pt x="10575" y="33"/>
                </a:cubicBezTo>
                <a:lnTo>
                  <a:pt x="4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550325" y="4034539"/>
            <a:ext cx="291535" cy="290370"/>
          </a:xfrm>
          <a:custGeom>
            <a:avLst/>
            <a:gdLst/>
            <a:ahLst/>
            <a:cxnLst/>
            <a:rect l="l" t="t" r="r" b="b"/>
            <a:pathLst>
              <a:path w="8007" h="7975" extrusionOk="0">
                <a:moveTo>
                  <a:pt x="3977" y="1"/>
                </a:moveTo>
                <a:cubicBezTo>
                  <a:pt x="1803" y="1"/>
                  <a:pt x="34" y="1789"/>
                  <a:pt x="1" y="3971"/>
                </a:cubicBezTo>
                <a:cubicBezTo>
                  <a:pt x="1" y="6173"/>
                  <a:pt x="1802" y="7974"/>
                  <a:pt x="4004" y="7974"/>
                </a:cubicBezTo>
                <a:cubicBezTo>
                  <a:pt x="4024" y="7974"/>
                  <a:pt x="4044" y="7974"/>
                  <a:pt x="4064" y="7974"/>
                </a:cubicBezTo>
                <a:cubicBezTo>
                  <a:pt x="6238" y="7974"/>
                  <a:pt x="8006" y="6186"/>
                  <a:pt x="8006" y="4004"/>
                </a:cubicBezTo>
                <a:cubicBezTo>
                  <a:pt x="8006" y="1803"/>
                  <a:pt x="6239" y="1"/>
                  <a:pt x="4037" y="1"/>
                </a:cubicBezTo>
                <a:cubicBezTo>
                  <a:pt x="4017" y="1"/>
                  <a:pt x="3997" y="1"/>
                  <a:pt x="3977" y="1"/>
                </a:cubicBezTo>
                <a:close/>
              </a:path>
            </a:pathLst>
          </a:custGeom>
          <a:solidFill>
            <a:srgbClr val="C9D6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1550325" y="4034539"/>
            <a:ext cx="291535" cy="290370"/>
          </a:xfrm>
          <a:custGeom>
            <a:avLst/>
            <a:gdLst/>
            <a:ahLst/>
            <a:cxnLst/>
            <a:rect l="l" t="t" r="r" b="b"/>
            <a:pathLst>
              <a:path w="8007" h="7975" extrusionOk="0">
                <a:moveTo>
                  <a:pt x="3977" y="1"/>
                </a:moveTo>
                <a:cubicBezTo>
                  <a:pt x="1803" y="1"/>
                  <a:pt x="34" y="1789"/>
                  <a:pt x="1" y="3971"/>
                </a:cubicBezTo>
                <a:cubicBezTo>
                  <a:pt x="1" y="6173"/>
                  <a:pt x="1802" y="7974"/>
                  <a:pt x="4004" y="7974"/>
                </a:cubicBezTo>
                <a:cubicBezTo>
                  <a:pt x="4024" y="7974"/>
                  <a:pt x="4044" y="7974"/>
                  <a:pt x="4064" y="7974"/>
                </a:cubicBezTo>
                <a:cubicBezTo>
                  <a:pt x="6238" y="7974"/>
                  <a:pt x="8006" y="6186"/>
                  <a:pt x="8006" y="4004"/>
                </a:cubicBezTo>
                <a:cubicBezTo>
                  <a:pt x="8006" y="1803"/>
                  <a:pt x="6239" y="1"/>
                  <a:pt x="4037" y="1"/>
                </a:cubicBezTo>
                <a:cubicBezTo>
                  <a:pt x="4017" y="1"/>
                  <a:pt x="3997" y="1"/>
                  <a:pt x="397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1586772" y="4069785"/>
            <a:ext cx="219880" cy="218678"/>
          </a:xfrm>
          <a:custGeom>
            <a:avLst/>
            <a:gdLst/>
            <a:ahLst/>
            <a:cxnLst/>
            <a:rect l="l" t="t" r="r" b="b"/>
            <a:pathLst>
              <a:path w="6039" h="6006" extrusionOk="0">
                <a:moveTo>
                  <a:pt x="3036" y="1"/>
                </a:moveTo>
                <a:cubicBezTo>
                  <a:pt x="1368" y="1"/>
                  <a:pt x="0" y="1335"/>
                  <a:pt x="0" y="3003"/>
                </a:cubicBezTo>
                <a:cubicBezTo>
                  <a:pt x="0" y="4671"/>
                  <a:pt x="1335" y="6005"/>
                  <a:pt x="3003" y="6005"/>
                </a:cubicBezTo>
                <a:cubicBezTo>
                  <a:pt x="3023" y="6006"/>
                  <a:pt x="3043" y="6006"/>
                  <a:pt x="3064" y="6006"/>
                </a:cubicBezTo>
                <a:cubicBezTo>
                  <a:pt x="4703" y="6006"/>
                  <a:pt x="6005" y="4684"/>
                  <a:pt x="6005" y="3036"/>
                </a:cubicBezTo>
                <a:cubicBezTo>
                  <a:pt x="6038" y="1368"/>
                  <a:pt x="4670" y="34"/>
                  <a:pt x="303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2155181" y="2727358"/>
            <a:ext cx="598799" cy="500201"/>
          </a:xfrm>
          <a:custGeom>
            <a:avLst/>
            <a:gdLst/>
            <a:ahLst/>
            <a:cxnLst/>
            <a:rect l="l" t="t" r="r" b="b"/>
            <a:pathLst>
              <a:path w="16446" h="13738" extrusionOk="0">
                <a:moveTo>
                  <a:pt x="11947" y="1"/>
                </a:moveTo>
                <a:cubicBezTo>
                  <a:pt x="11284" y="1"/>
                  <a:pt x="10643" y="197"/>
                  <a:pt x="10108" y="611"/>
                </a:cubicBezTo>
                <a:lnTo>
                  <a:pt x="1668" y="6882"/>
                </a:lnTo>
                <a:cubicBezTo>
                  <a:pt x="167" y="8016"/>
                  <a:pt x="1" y="10317"/>
                  <a:pt x="1302" y="12052"/>
                </a:cubicBezTo>
                <a:cubicBezTo>
                  <a:pt x="2123" y="13148"/>
                  <a:pt x="3331" y="13738"/>
                  <a:pt x="4488" y="13738"/>
                </a:cubicBezTo>
                <a:cubicBezTo>
                  <a:pt x="5162" y="13738"/>
                  <a:pt x="5819" y="13537"/>
                  <a:pt x="6372" y="13119"/>
                </a:cubicBezTo>
                <a:lnTo>
                  <a:pt x="14778" y="6848"/>
                </a:lnTo>
                <a:cubicBezTo>
                  <a:pt x="16279" y="5714"/>
                  <a:pt x="16446" y="3413"/>
                  <a:pt x="15145" y="1678"/>
                </a:cubicBezTo>
                <a:cubicBezTo>
                  <a:pt x="14318" y="597"/>
                  <a:pt x="13101" y="1"/>
                  <a:pt x="11947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2201350" y="3027382"/>
            <a:ext cx="597561" cy="500164"/>
          </a:xfrm>
          <a:custGeom>
            <a:avLst/>
            <a:gdLst/>
            <a:ahLst/>
            <a:cxnLst/>
            <a:rect l="l" t="t" r="r" b="b"/>
            <a:pathLst>
              <a:path w="16412" h="13737" extrusionOk="0">
                <a:moveTo>
                  <a:pt x="11936" y="0"/>
                </a:moveTo>
                <a:cubicBezTo>
                  <a:pt x="11271" y="0"/>
                  <a:pt x="10621" y="196"/>
                  <a:pt x="10074" y="610"/>
                </a:cubicBezTo>
                <a:lnTo>
                  <a:pt x="1635" y="6881"/>
                </a:lnTo>
                <a:cubicBezTo>
                  <a:pt x="134" y="8015"/>
                  <a:pt x="0" y="10317"/>
                  <a:pt x="1301" y="12051"/>
                </a:cubicBezTo>
                <a:cubicBezTo>
                  <a:pt x="2102" y="13147"/>
                  <a:pt x="3302" y="13737"/>
                  <a:pt x="4456" y="13737"/>
                </a:cubicBezTo>
                <a:cubicBezTo>
                  <a:pt x="5128" y="13737"/>
                  <a:pt x="5785" y="13536"/>
                  <a:pt x="6338" y="13119"/>
                </a:cubicBezTo>
                <a:lnTo>
                  <a:pt x="14777" y="6848"/>
                </a:lnTo>
                <a:cubicBezTo>
                  <a:pt x="16278" y="5713"/>
                  <a:pt x="16412" y="3412"/>
                  <a:pt x="15111" y="1677"/>
                </a:cubicBezTo>
                <a:cubicBezTo>
                  <a:pt x="14306" y="596"/>
                  <a:pt x="13096" y="0"/>
                  <a:pt x="11936" y="0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2253563" y="3390507"/>
            <a:ext cx="518660" cy="445185"/>
          </a:xfrm>
          <a:custGeom>
            <a:avLst/>
            <a:gdLst/>
            <a:ahLst/>
            <a:cxnLst/>
            <a:rect l="l" t="t" r="r" b="b"/>
            <a:pathLst>
              <a:path w="14245" h="12227" extrusionOk="0">
                <a:moveTo>
                  <a:pt x="9736" y="1"/>
                </a:moveTo>
                <a:cubicBezTo>
                  <a:pt x="9069" y="1"/>
                  <a:pt x="8420" y="197"/>
                  <a:pt x="7873" y="611"/>
                </a:cubicBezTo>
                <a:lnTo>
                  <a:pt x="1668" y="5381"/>
                </a:lnTo>
                <a:cubicBezTo>
                  <a:pt x="167" y="6515"/>
                  <a:pt x="1" y="8816"/>
                  <a:pt x="1301" y="10518"/>
                </a:cubicBezTo>
                <a:cubicBezTo>
                  <a:pt x="2130" y="11622"/>
                  <a:pt x="3351" y="12227"/>
                  <a:pt x="4516" y="12227"/>
                </a:cubicBezTo>
                <a:cubicBezTo>
                  <a:pt x="5181" y="12227"/>
                  <a:pt x="5827" y="12030"/>
                  <a:pt x="6372" y="11618"/>
                </a:cubicBezTo>
                <a:lnTo>
                  <a:pt x="12576" y="6848"/>
                </a:lnTo>
                <a:cubicBezTo>
                  <a:pt x="14077" y="5714"/>
                  <a:pt x="14244" y="3413"/>
                  <a:pt x="12943" y="1678"/>
                </a:cubicBezTo>
                <a:cubicBezTo>
                  <a:pt x="12116" y="597"/>
                  <a:pt x="10899" y="1"/>
                  <a:pt x="9736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2157621" y="2346575"/>
            <a:ext cx="489496" cy="420353"/>
          </a:xfrm>
          <a:custGeom>
            <a:avLst/>
            <a:gdLst/>
            <a:ahLst/>
            <a:cxnLst/>
            <a:rect l="l" t="t" r="r" b="b"/>
            <a:pathLst>
              <a:path w="13444" h="11545" extrusionOk="0">
                <a:moveTo>
                  <a:pt x="8940" y="1"/>
                </a:moveTo>
                <a:cubicBezTo>
                  <a:pt x="8279" y="1"/>
                  <a:pt x="7639" y="194"/>
                  <a:pt x="7105" y="594"/>
                </a:cubicBezTo>
                <a:lnTo>
                  <a:pt x="1635" y="4697"/>
                </a:lnTo>
                <a:cubicBezTo>
                  <a:pt x="167" y="5831"/>
                  <a:pt x="0" y="8133"/>
                  <a:pt x="1301" y="9868"/>
                </a:cubicBezTo>
                <a:cubicBezTo>
                  <a:pt x="2128" y="10949"/>
                  <a:pt x="3332" y="11545"/>
                  <a:pt x="4485" y="11545"/>
                </a:cubicBezTo>
                <a:cubicBezTo>
                  <a:pt x="5146" y="11545"/>
                  <a:pt x="5791" y="11349"/>
                  <a:pt x="6338" y="10935"/>
                </a:cubicBezTo>
                <a:lnTo>
                  <a:pt x="11775" y="6832"/>
                </a:lnTo>
                <a:cubicBezTo>
                  <a:pt x="13276" y="5698"/>
                  <a:pt x="13443" y="3396"/>
                  <a:pt x="12142" y="1695"/>
                </a:cubicBezTo>
                <a:cubicBezTo>
                  <a:pt x="11315" y="591"/>
                  <a:pt x="10095" y="1"/>
                  <a:pt x="8940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919981" y="2424057"/>
            <a:ext cx="174914" cy="642527"/>
          </a:xfrm>
          <a:custGeom>
            <a:avLst/>
            <a:gdLst/>
            <a:ahLst/>
            <a:cxnLst/>
            <a:rect l="l" t="t" r="r" b="b"/>
            <a:pathLst>
              <a:path w="4804" h="17647" extrusionOk="0">
                <a:moveTo>
                  <a:pt x="801" y="1"/>
                </a:moveTo>
                <a:lnTo>
                  <a:pt x="0" y="7073"/>
                </a:lnTo>
                <a:lnTo>
                  <a:pt x="1335" y="17647"/>
                </a:lnTo>
                <a:cubicBezTo>
                  <a:pt x="1335" y="17647"/>
                  <a:pt x="4804" y="11042"/>
                  <a:pt x="4303" y="6772"/>
                </a:cubicBezTo>
                <a:cubicBezTo>
                  <a:pt x="3836" y="2503"/>
                  <a:pt x="801" y="1"/>
                  <a:pt x="801" y="1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1524843" y="1504504"/>
            <a:ext cx="342509" cy="124049"/>
          </a:xfrm>
          <a:custGeom>
            <a:avLst/>
            <a:gdLst/>
            <a:ahLst/>
            <a:cxnLst/>
            <a:rect l="l" t="t" r="r" b="b"/>
            <a:pathLst>
              <a:path w="9407" h="3407" extrusionOk="0">
                <a:moveTo>
                  <a:pt x="4707" y="0"/>
                </a:moveTo>
                <a:cubicBezTo>
                  <a:pt x="3130" y="0"/>
                  <a:pt x="1555" y="601"/>
                  <a:pt x="367" y="1806"/>
                </a:cubicBezTo>
                <a:cubicBezTo>
                  <a:pt x="0" y="2173"/>
                  <a:pt x="0" y="2773"/>
                  <a:pt x="367" y="3140"/>
                </a:cubicBezTo>
                <a:cubicBezTo>
                  <a:pt x="567" y="3307"/>
                  <a:pt x="801" y="3407"/>
                  <a:pt x="1034" y="3407"/>
                </a:cubicBezTo>
                <a:cubicBezTo>
                  <a:pt x="1268" y="3407"/>
                  <a:pt x="1535" y="3307"/>
                  <a:pt x="1701" y="3140"/>
                </a:cubicBezTo>
                <a:cubicBezTo>
                  <a:pt x="2523" y="2302"/>
                  <a:pt x="3614" y="1885"/>
                  <a:pt x="4707" y="1885"/>
                </a:cubicBezTo>
                <a:cubicBezTo>
                  <a:pt x="5790" y="1885"/>
                  <a:pt x="6876" y="2293"/>
                  <a:pt x="7706" y="3107"/>
                </a:cubicBezTo>
                <a:cubicBezTo>
                  <a:pt x="7889" y="3290"/>
                  <a:pt x="8131" y="3382"/>
                  <a:pt x="8373" y="3382"/>
                </a:cubicBezTo>
                <a:cubicBezTo>
                  <a:pt x="8615" y="3382"/>
                  <a:pt x="8856" y="3290"/>
                  <a:pt x="9040" y="3107"/>
                </a:cubicBezTo>
                <a:cubicBezTo>
                  <a:pt x="9407" y="2740"/>
                  <a:pt x="9407" y="2139"/>
                  <a:pt x="9040" y="1772"/>
                </a:cubicBezTo>
                <a:cubicBezTo>
                  <a:pt x="7843" y="592"/>
                  <a:pt x="6274" y="0"/>
                  <a:pt x="47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162901" y="1106280"/>
            <a:ext cx="1066376" cy="275733"/>
          </a:xfrm>
          <a:custGeom>
            <a:avLst/>
            <a:gdLst/>
            <a:ahLst/>
            <a:cxnLst/>
            <a:rect l="l" t="t" r="r" b="b"/>
            <a:pathLst>
              <a:path w="29288" h="7573" extrusionOk="0">
                <a:moveTo>
                  <a:pt x="14644" y="0"/>
                </a:moveTo>
                <a:cubicBezTo>
                  <a:pt x="9240" y="0"/>
                  <a:pt x="4170" y="2135"/>
                  <a:pt x="367" y="5938"/>
                </a:cubicBezTo>
                <a:cubicBezTo>
                  <a:pt x="0" y="6305"/>
                  <a:pt x="0" y="6905"/>
                  <a:pt x="367" y="7305"/>
                </a:cubicBezTo>
                <a:cubicBezTo>
                  <a:pt x="567" y="7472"/>
                  <a:pt x="801" y="7572"/>
                  <a:pt x="1034" y="7572"/>
                </a:cubicBezTo>
                <a:cubicBezTo>
                  <a:pt x="1268" y="7572"/>
                  <a:pt x="1535" y="7472"/>
                  <a:pt x="1702" y="7272"/>
                </a:cubicBezTo>
                <a:cubicBezTo>
                  <a:pt x="5137" y="3803"/>
                  <a:pt x="9741" y="1902"/>
                  <a:pt x="14644" y="1902"/>
                </a:cubicBezTo>
                <a:lnTo>
                  <a:pt x="14677" y="1902"/>
                </a:lnTo>
                <a:cubicBezTo>
                  <a:pt x="19548" y="1902"/>
                  <a:pt x="24151" y="3770"/>
                  <a:pt x="27587" y="7205"/>
                </a:cubicBezTo>
                <a:cubicBezTo>
                  <a:pt x="27770" y="7389"/>
                  <a:pt x="28012" y="7481"/>
                  <a:pt x="28254" y="7481"/>
                </a:cubicBezTo>
                <a:cubicBezTo>
                  <a:pt x="28496" y="7481"/>
                  <a:pt x="28738" y="7389"/>
                  <a:pt x="28921" y="7205"/>
                </a:cubicBezTo>
                <a:cubicBezTo>
                  <a:pt x="29288" y="6838"/>
                  <a:pt x="29288" y="6238"/>
                  <a:pt x="28921" y="5871"/>
                </a:cubicBezTo>
                <a:cubicBezTo>
                  <a:pt x="25118" y="2068"/>
                  <a:pt x="20048" y="0"/>
                  <a:pt x="146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346903" y="1305447"/>
            <a:ext cx="698380" cy="198034"/>
          </a:xfrm>
          <a:custGeom>
            <a:avLst/>
            <a:gdLst/>
            <a:ahLst/>
            <a:cxnLst/>
            <a:rect l="l" t="t" r="r" b="b"/>
            <a:pathLst>
              <a:path w="19181" h="5439" extrusionOk="0">
                <a:moveTo>
                  <a:pt x="9611" y="1"/>
                </a:moveTo>
                <a:cubicBezTo>
                  <a:pt x="6260" y="1"/>
                  <a:pt x="2911" y="1277"/>
                  <a:pt x="368" y="3837"/>
                </a:cubicBezTo>
                <a:cubicBezTo>
                  <a:pt x="1" y="4204"/>
                  <a:pt x="1" y="4804"/>
                  <a:pt x="368" y="5171"/>
                </a:cubicBezTo>
                <a:cubicBezTo>
                  <a:pt x="568" y="5371"/>
                  <a:pt x="801" y="5438"/>
                  <a:pt x="1035" y="5438"/>
                </a:cubicBezTo>
                <a:cubicBezTo>
                  <a:pt x="1302" y="5438"/>
                  <a:pt x="1535" y="5371"/>
                  <a:pt x="1735" y="5171"/>
                </a:cubicBezTo>
                <a:cubicBezTo>
                  <a:pt x="3895" y="2995"/>
                  <a:pt x="6752" y="1902"/>
                  <a:pt x="9611" y="1902"/>
                </a:cubicBezTo>
                <a:cubicBezTo>
                  <a:pt x="12448" y="1902"/>
                  <a:pt x="15287" y="2978"/>
                  <a:pt x="17446" y="5138"/>
                </a:cubicBezTo>
                <a:cubicBezTo>
                  <a:pt x="17647" y="5321"/>
                  <a:pt x="17897" y="5413"/>
                  <a:pt x="18143" y="5413"/>
                </a:cubicBezTo>
                <a:cubicBezTo>
                  <a:pt x="18389" y="5413"/>
                  <a:pt x="18631" y="5321"/>
                  <a:pt x="18814" y="5138"/>
                </a:cubicBezTo>
                <a:cubicBezTo>
                  <a:pt x="19181" y="4771"/>
                  <a:pt x="19181" y="4170"/>
                  <a:pt x="18814" y="3770"/>
                </a:cubicBezTo>
                <a:cubicBezTo>
                  <a:pt x="16271" y="1260"/>
                  <a:pt x="12940" y="1"/>
                  <a:pt x="961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1823625" y="3607551"/>
            <a:ext cx="1900784" cy="1535919"/>
          </a:xfrm>
          <a:custGeom>
            <a:avLst/>
            <a:gdLst/>
            <a:ahLst/>
            <a:cxnLst/>
            <a:rect l="l" t="t" r="r" b="b"/>
            <a:pathLst>
              <a:path w="52205" h="42184" extrusionOk="0">
                <a:moveTo>
                  <a:pt x="7606" y="0"/>
                </a:moveTo>
                <a:cubicBezTo>
                  <a:pt x="7207" y="0"/>
                  <a:pt x="6801" y="71"/>
                  <a:pt x="6405" y="220"/>
                </a:cubicBezTo>
                <a:cubicBezTo>
                  <a:pt x="4637" y="887"/>
                  <a:pt x="3736" y="2855"/>
                  <a:pt x="4403" y="4623"/>
                </a:cubicBezTo>
                <a:lnTo>
                  <a:pt x="12609" y="33044"/>
                </a:lnTo>
                <a:cubicBezTo>
                  <a:pt x="11241" y="31009"/>
                  <a:pt x="9740" y="28974"/>
                  <a:pt x="8473" y="27707"/>
                </a:cubicBezTo>
                <a:cubicBezTo>
                  <a:pt x="6686" y="25979"/>
                  <a:pt x="4314" y="25555"/>
                  <a:pt x="2473" y="25555"/>
                </a:cubicBezTo>
                <a:cubicBezTo>
                  <a:pt x="2252" y="25555"/>
                  <a:pt x="2039" y="25561"/>
                  <a:pt x="1835" y="25572"/>
                </a:cubicBezTo>
                <a:cubicBezTo>
                  <a:pt x="734" y="25605"/>
                  <a:pt x="0" y="26773"/>
                  <a:pt x="500" y="27807"/>
                </a:cubicBezTo>
                <a:cubicBezTo>
                  <a:pt x="1901" y="30742"/>
                  <a:pt x="4670" y="36546"/>
                  <a:pt x="7305" y="42184"/>
                </a:cubicBezTo>
                <a:lnTo>
                  <a:pt x="52204" y="42184"/>
                </a:lnTo>
                <a:cubicBezTo>
                  <a:pt x="51870" y="40149"/>
                  <a:pt x="51403" y="38347"/>
                  <a:pt x="50870" y="37113"/>
                </a:cubicBezTo>
                <a:cubicBezTo>
                  <a:pt x="48601" y="31876"/>
                  <a:pt x="46867" y="24004"/>
                  <a:pt x="44065" y="22936"/>
                </a:cubicBezTo>
                <a:cubicBezTo>
                  <a:pt x="43690" y="22795"/>
                  <a:pt x="43329" y="22734"/>
                  <a:pt x="42985" y="22734"/>
                </a:cubicBezTo>
                <a:cubicBezTo>
                  <a:pt x="40727" y="22734"/>
                  <a:pt x="39195" y="25372"/>
                  <a:pt x="39195" y="25372"/>
                </a:cubicBezTo>
                <a:cubicBezTo>
                  <a:pt x="39195" y="25372"/>
                  <a:pt x="37711" y="20209"/>
                  <a:pt x="33681" y="20209"/>
                </a:cubicBezTo>
                <a:cubicBezTo>
                  <a:pt x="33438" y="20209"/>
                  <a:pt x="33186" y="20228"/>
                  <a:pt x="32924" y="20268"/>
                </a:cubicBezTo>
                <a:cubicBezTo>
                  <a:pt x="29888" y="20768"/>
                  <a:pt x="28854" y="26172"/>
                  <a:pt x="28854" y="26172"/>
                </a:cubicBezTo>
                <a:cubicBezTo>
                  <a:pt x="28854" y="26172"/>
                  <a:pt x="26647" y="18891"/>
                  <a:pt x="22870" y="18891"/>
                </a:cubicBezTo>
                <a:cubicBezTo>
                  <a:pt x="22573" y="18891"/>
                  <a:pt x="22266" y="18936"/>
                  <a:pt x="21949" y="19034"/>
                </a:cubicBezTo>
                <a:cubicBezTo>
                  <a:pt x="20248" y="19567"/>
                  <a:pt x="19281" y="21402"/>
                  <a:pt x="18713" y="23470"/>
                </a:cubicBezTo>
                <a:lnTo>
                  <a:pt x="10808" y="2222"/>
                </a:lnTo>
                <a:cubicBezTo>
                  <a:pt x="10290" y="850"/>
                  <a:pt x="8989" y="0"/>
                  <a:pt x="7606" y="0"/>
                </a:cubicBezTo>
                <a:close/>
              </a:path>
            </a:pathLst>
          </a:custGeom>
          <a:solidFill>
            <a:srgbClr val="E5BB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960672" y="862825"/>
            <a:ext cx="1470843" cy="380316"/>
          </a:xfrm>
          <a:custGeom>
            <a:avLst/>
            <a:gdLst/>
            <a:ahLst/>
            <a:cxnLst/>
            <a:rect l="l" t="t" r="r" b="b"/>
            <a:pathLst>
              <a:path w="29288" h="7573" extrusionOk="0">
                <a:moveTo>
                  <a:pt x="14644" y="0"/>
                </a:moveTo>
                <a:cubicBezTo>
                  <a:pt x="9240" y="0"/>
                  <a:pt x="4170" y="2135"/>
                  <a:pt x="367" y="5938"/>
                </a:cubicBezTo>
                <a:cubicBezTo>
                  <a:pt x="0" y="6305"/>
                  <a:pt x="0" y="6905"/>
                  <a:pt x="367" y="7305"/>
                </a:cubicBezTo>
                <a:cubicBezTo>
                  <a:pt x="567" y="7472"/>
                  <a:pt x="801" y="7572"/>
                  <a:pt x="1034" y="7572"/>
                </a:cubicBezTo>
                <a:cubicBezTo>
                  <a:pt x="1268" y="7572"/>
                  <a:pt x="1535" y="7472"/>
                  <a:pt x="1702" y="7272"/>
                </a:cubicBezTo>
                <a:cubicBezTo>
                  <a:pt x="5137" y="3803"/>
                  <a:pt x="9741" y="1902"/>
                  <a:pt x="14644" y="1902"/>
                </a:cubicBezTo>
                <a:lnTo>
                  <a:pt x="14677" y="1902"/>
                </a:lnTo>
                <a:cubicBezTo>
                  <a:pt x="19548" y="1902"/>
                  <a:pt x="24151" y="3770"/>
                  <a:pt x="27587" y="7205"/>
                </a:cubicBezTo>
                <a:cubicBezTo>
                  <a:pt x="27770" y="7389"/>
                  <a:pt x="28012" y="7481"/>
                  <a:pt x="28254" y="7481"/>
                </a:cubicBezTo>
                <a:cubicBezTo>
                  <a:pt x="28496" y="7481"/>
                  <a:pt x="28738" y="7389"/>
                  <a:pt x="28921" y="7205"/>
                </a:cubicBezTo>
                <a:cubicBezTo>
                  <a:pt x="29288" y="6838"/>
                  <a:pt x="29288" y="6238"/>
                  <a:pt x="28921" y="5871"/>
                </a:cubicBezTo>
                <a:cubicBezTo>
                  <a:pt x="25118" y="2068"/>
                  <a:pt x="20048" y="0"/>
                  <a:pt x="1464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ctrTitle" idx="4294967295"/>
          </p:nvPr>
        </p:nvSpPr>
        <p:spPr>
          <a:xfrm>
            <a:off x="1105677" y="3355722"/>
            <a:ext cx="1180800" cy="36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PAY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/>
          <p:nvPr/>
        </p:nvSpPr>
        <p:spPr>
          <a:xfrm>
            <a:off x="7860274" y="2675896"/>
            <a:ext cx="826500" cy="761587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7860275" y="3565675"/>
            <a:ext cx="826500" cy="682974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1413125" y="2675896"/>
            <a:ext cx="6296732" cy="76133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1413125" y="3565625"/>
            <a:ext cx="6296732" cy="683057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1423837" y="1562024"/>
            <a:ext cx="6296732" cy="1001802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22"/>
          <p:cNvGrpSpPr/>
          <p:nvPr/>
        </p:nvGrpSpPr>
        <p:grpSpPr>
          <a:xfrm>
            <a:off x="1594715" y="1881749"/>
            <a:ext cx="7218273" cy="306220"/>
            <a:chOff x="1913228" y="1870439"/>
            <a:chExt cx="3668827" cy="306220"/>
          </a:xfrm>
        </p:grpSpPr>
        <p:sp>
          <p:nvSpPr>
            <p:cNvPr id="384" name="Google Shape;384;p22"/>
            <p:cNvSpPr txBox="1"/>
            <p:nvPr/>
          </p:nvSpPr>
          <p:spPr>
            <a:xfrm>
              <a:off x="1913228" y="1870439"/>
              <a:ext cx="138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Tính</a:t>
              </a:r>
              <a:r>
                <a:rPr lang="en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năng CMS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2884755" y="1890759"/>
              <a:ext cx="2697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hệ thống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Thông tin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Tin tức (PR/Giới thiệu)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Đơn hàng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hoạt động Kinh doanh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Báo cáo thống kê, Tra cứu lịch sử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8" name="Google Shape;388;p22"/>
          <p:cNvSpPr/>
          <p:nvPr/>
        </p:nvSpPr>
        <p:spPr>
          <a:xfrm>
            <a:off x="7860274" y="1562384"/>
            <a:ext cx="826500" cy="1001442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xfrm>
            <a:off x="7947063" y="1789999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100%</a:t>
            </a:r>
            <a:endParaRPr sz="1700" dirty="0"/>
          </a:p>
        </p:txBody>
      </p:sp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7947078" y="2791577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100%</a:t>
            </a:r>
            <a:endParaRPr sz="1700" dirty="0"/>
          </a:p>
        </p:txBody>
      </p:sp>
      <p:sp>
        <p:nvSpPr>
          <p:cNvPr id="397" name="Google Shape;397;p22"/>
          <p:cNvSpPr txBox="1">
            <a:spLocks noGrp="1"/>
          </p:cNvSpPr>
          <p:nvPr>
            <p:ph type="title"/>
          </p:nvPr>
        </p:nvSpPr>
        <p:spPr>
          <a:xfrm>
            <a:off x="7947063" y="3706960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65%</a:t>
            </a:r>
            <a:endParaRPr sz="1700" dirty="0"/>
          </a:p>
        </p:txBody>
      </p:sp>
      <p:sp>
        <p:nvSpPr>
          <p:cNvPr id="401" name="Google Shape;401;p22"/>
          <p:cNvSpPr/>
          <p:nvPr/>
        </p:nvSpPr>
        <p:spPr>
          <a:xfrm>
            <a:off x="457213" y="1562299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457213" y="3565651"/>
            <a:ext cx="826500" cy="682974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13" y="2564001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594715" y="2864377"/>
            <a:ext cx="6115142" cy="559002"/>
            <a:chOff x="1913228" y="2875762"/>
            <a:chExt cx="3108139" cy="559002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2884755" y="2875762"/>
              <a:ext cx="2136612" cy="559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Cung cấp thông tin sản phẩm (trực tiếp /webview)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Kênh mua hàng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giỏ hàng 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Xem lịch sử mua hàng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1913228" y="2992364"/>
              <a:ext cx="829298" cy="207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Website/Wapsite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1594716" y="3774163"/>
            <a:ext cx="4769139" cy="326611"/>
            <a:chOff x="1937051" y="3847590"/>
            <a:chExt cx="2424007" cy="326611"/>
          </a:xfrm>
        </p:grpSpPr>
        <p:sp>
          <p:nvSpPr>
            <p:cNvPr id="408" name="Google Shape;408;p22"/>
            <p:cNvSpPr txBox="1"/>
            <p:nvPr/>
          </p:nvSpPr>
          <p:spPr>
            <a:xfrm>
              <a:off x="2909193" y="3847590"/>
              <a:ext cx="1451865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Tài khoản chính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Tài khoản thanh toán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VNPT Money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1937051" y="3888301"/>
              <a:ext cx="138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Tính năng thanh toán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10" name="Google Shape;410;p22"/>
          <p:cNvGrpSpPr/>
          <p:nvPr/>
        </p:nvGrpSpPr>
        <p:grpSpPr>
          <a:xfrm>
            <a:off x="685666" y="1736139"/>
            <a:ext cx="369594" cy="525619"/>
            <a:chOff x="3342275" y="2615925"/>
            <a:chExt cx="339700" cy="483150"/>
          </a:xfrm>
        </p:grpSpPr>
        <p:sp>
          <p:nvSpPr>
            <p:cNvPr id="411" name="Google Shape;411;p22"/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13" name="Google Shape;413;p22"/>
          <p:cNvSpPr/>
          <p:nvPr/>
        </p:nvSpPr>
        <p:spPr>
          <a:xfrm>
            <a:off x="607629" y="3668834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607629" y="2754269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4" name="Google Shape;1043;p36">
            <a:extLst>
              <a:ext uri="{FF2B5EF4-FFF2-40B4-BE49-F238E27FC236}">
                <a16:creationId xmlns:a16="http://schemas.microsoft.com/office/drawing/2014/main" id="{796CE8C9-81BA-42A4-996C-66D3B4D44AD5}"/>
              </a:ext>
            </a:extLst>
          </p:cNvPr>
          <p:cNvSpPr/>
          <p:nvPr/>
        </p:nvSpPr>
        <p:spPr>
          <a:xfrm>
            <a:off x="3639550" y="805100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1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" name="Google Shape;1028;p36">
            <a:extLst>
              <a:ext uri="{FF2B5EF4-FFF2-40B4-BE49-F238E27FC236}">
                <a16:creationId xmlns:a16="http://schemas.microsoft.com/office/drawing/2014/main" id="{6A26B20B-98C3-485B-BF66-7DC1F11E6397}"/>
              </a:ext>
            </a:extLst>
          </p:cNvPr>
          <p:cNvSpPr txBox="1">
            <a:spLocks/>
          </p:cNvSpPr>
          <p:nvPr/>
        </p:nvSpPr>
        <p:spPr>
          <a:xfrm>
            <a:off x="2514575" y="409575"/>
            <a:ext cx="4114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pic>
        <p:nvPicPr>
          <p:cNvPr id="1026" name="Picture 2" descr="Tick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DA741BD6-F6D9-4294-937D-3FD7E2E1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848" y="1198076"/>
            <a:ext cx="235809" cy="23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Google Shape;376;p22">
            <a:extLst>
              <a:ext uri="{FF2B5EF4-FFF2-40B4-BE49-F238E27FC236}">
                <a16:creationId xmlns:a16="http://schemas.microsoft.com/office/drawing/2014/main" id="{CA555740-4971-4C54-BD86-B62246944ED6}"/>
              </a:ext>
            </a:extLst>
          </p:cNvPr>
          <p:cNvSpPr/>
          <p:nvPr/>
        </p:nvSpPr>
        <p:spPr>
          <a:xfrm>
            <a:off x="7860274" y="4419514"/>
            <a:ext cx="826500" cy="4176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80;p22">
            <a:extLst>
              <a:ext uri="{FF2B5EF4-FFF2-40B4-BE49-F238E27FC236}">
                <a16:creationId xmlns:a16="http://schemas.microsoft.com/office/drawing/2014/main" id="{062F7571-D738-487E-9E63-1F39C96CCF04}"/>
              </a:ext>
            </a:extLst>
          </p:cNvPr>
          <p:cNvSpPr/>
          <p:nvPr/>
        </p:nvSpPr>
        <p:spPr>
          <a:xfrm>
            <a:off x="1413125" y="4423097"/>
            <a:ext cx="6296732" cy="417601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94;p22">
            <a:extLst>
              <a:ext uri="{FF2B5EF4-FFF2-40B4-BE49-F238E27FC236}">
                <a16:creationId xmlns:a16="http://schemas.microsoft.com/office/drawing/2014/main" id="{A5E484D5-921A-4074-A707-2419DE9FAB90}"/>
              </a:ext>
            </a:extLst>
          </p:cNvPr>
          <p:cNvSpPr txBox="1">
            <a:spLocks/>
          </p:cNvSpPr>
          <p:nvPr/>
        </p:nvSpPr>
        <p:spPr>
          <a:xfrm>
            <a:off x="7947078" y="4443528"/>
            <a:ext cx="653100" cy="4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" sz="1700" dirty="0"/>
              <a:t>100%</a:t>
            </a:r>
          </a:p>
        </p:txBody>
      </p:sp>
      <p:sp>
        <p:nvSpPr>
          <p:cNvPr id="35" name="Google Shape;403;p22">
            <a:extLst>
              <a:ext uri="{FF2B5EF4-FFF2-40B4-BE49-F238E27FC236}">
                <a16:creationId xmlns:a16="http://schemas.microsoft.com/office/drawing/2014/main" id="{6F3B3511-A910-47F5-AACA-DA0AA1E5C550}"/>
              </a:ext>
            </a:extLst>
          </p:cNvPr>
          <p:cNvSpPr/>
          <p:nvPr/>
        </p:nvSpPr>
        <p:spPr>
          <a:xfrm>
            <a:off x="457213" y="4311202"/>
            <a:ext cx="826500" cy="70641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414;p22">
            <a:extLst>
              <a:ext uri="{FF2B5EF4-FFF2-40B4-BE49-F238E27FC236}">
                <a16:creationId xmlns:a16="http://schemas.microsoft.com/office/drawing/2014/main" id="{5DF61876-0F06-4089-ACF2-29F0CDAE951B}"/>
              </a:ext>
            </a:extLst>
          </p:cNvPr>
          <p:cNvSpPr/>
          <p:nvPr/>
        </p:nvSpPr>
        <p:spPr>
          <a:xfrm>
            <a:off x="604642" y="4445022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9" name="Google Shape;405;p22">
            <a:extLst>
              <a:ext uri="{FF2B5EF4-FFF2-40B4-BE49-F238E27FC236}">
                <a16:creationId xmlns:a16="http://schemas.microsoft.com/office/drawing/2014/main" id="{98D69A87-EED7-43EB-B722-26E48B7FF256}"/>
              </a:ext>
            </a:extLst>
          </p:cNvPr>
          <p:cNvSpPr txBox="1"/>
          <p:nvPr/>
        </p:nvSpPr>
        <p:spPr>
          <a:xfrm>
            <a:off x="3510779" y="4463588"/>
            <a:ext cx="3550427" cy="55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SMS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WEB/WAP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6;p22">
            <a:extLst>
              <a:ext uri="{FF2B5EF4-FFF2-40B4-BE49-F238E27FC236}">
                <a16:creationId xmlns:a16="http://schemas.microsoft.com/office/drawing/2014/main" id="{94C48A50-2116-42F9-95AC-74A064C5E0B3}"/>
              </a:ext>
            </a:extLst>
          </p:cNvPr>
          <p:cNvSpPr txBox="1"/>
          <p:nvPr/>
        </p:nvSpPr>
        <p:spPr>
          <a:xfrm>
            <a:off x="1599338" y="4580190"/>
            <a:ext cx="1631611" cy="20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Kênh mua hàng</a:t>
            </a:r>
            <a:endParaRPr sz="17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1" name="Google Shape;408;p22">
            <a:extLst>
              <a:ext uri="{FF2B5EF4-FFF2-40B4-BE49-F238E27FC236}">
                <a16:creationId xmlns:a16="http://schemas.microsoft.com/office/drawing/2014/main" id="{51C7DD1D-504E-4702-B2EB-705EF1EF29AD}"/>
              </a:ext>
            </a:extLst>
          </p:cNvPr>
          <p:cNvSpPr txBox="1"/>
          <p:nvPr/>
        </p:nvSpPr>
        <p:spPr>
          <a:xfrm>
            <a:off x="5417036" y="3774163"/>
            <a:ext cx="2856488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QR đa năng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ATM nội địa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Thẻ quốc tế</a:t>
            </a:r>
          </a:p>
        </p:txBody>
      </p:sp>
    </p:spTree>
    <p:extLst>
      <p:ext uri="{BB962C8B-B14F-4D97-AF65-F5344CB8AC3E}">
        <p14:creationId xmlns:p14="http://schemas.microsoft.com/office/powerpoint/2010/main" val="109555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43;p36">
            <a:extLst>
              <a:ext uri="{FF2B5EF4-FFF2-40B4-BE49-F238E27FC236}">
                <a16:creationId xmlns:a16="http://schemas.microsoft.com/office/drawing/2014/main" id="{796CE8C9-81BA-42A4-996C-66D3B4D44AD5}"/>
              </a:ext>
            </a:extLst>
          </p:cNvPr>
          <p:cNvSpPr/>
          <p:nvPr/>
        </p:nvSpPr>
        <p:spPr>
          <a:xfrm>
            <a:off x="3639550" y="805100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1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5" name="Google Shape;1028;p36">
            <a:extLst>
              <a:ext uri="{FF2B5EF4-FFF2-40B4-BE49-F238E27FC236}">
                <a16:creationId xmlns:a16="http://schemas.microsoft.com/office/drawing/2014/main" id="{B60D31FE-6914-4025-BA16-8512D5E4C356}"/>
              </a:ext>
            </a:extLst>
          </p:cNvPr>
          <p:cNvSpPr txBox="1">
            <a:spLocks/>
          </p:cNvSpPr>
          <p:nvPr/>
        </p:nvSpPr>
        <p:spPr>
          <a:xfrm>
            <a:off x="2514575" y="409575"/>
            <a:ext cx="4114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9886D22-663D-46E1-9E82-053C0C9E9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1" y="1375100"/>
            <a:ext cx="7889677" cy="257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8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043;p36">
            <a:extLst>
              <a:ext uri="{FF2B5EF4-FFF2-40B4-BE49-F238E27FC236}">
                <a16:creationId xmlns:a16="http://schemas.microsoft.com/office/drawing/2014/main" id="{796CE8C9-81BA-42A4-996C-66D3B4D44AD5}"/>
              </a:ext>
            </a:extLst>
          </p:cNvPr>
          <p:cNvSpPr/>
          <p:nvPr/>
        </p:nvSpPr>
        <p:spPr>
          <a:xfrm>
            <a:off x="3639550" y="805100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1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5" name="Google Shape;1028;p36">
            <a:extLst>
              <a:ext uri="{FF2B5EF4-FFF2-40B4-BE49-F238E27FC236}">
                <a16:creationId xmlns:a16="http://schemas.microsoft.com/office/drawing/2014/main" id="{B60D31FE-6914-4025-BA16-8512D5E4C356}"/>
              </a:ext>
            </a:extLst>
          </p:cNvPr>
          <p:cNvSpPr txBox="1">
            <a:spLocks/>
          </p:cNvSpPr>
          <p:nvPr/>
        </p:nvSpPr>
        <p:spPr>
          <a:xfrm>
            <a:off x="2514575" y="409575"/>
            <a:ext cx="4114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45855-9306-4F0D-AD7B-14274B7E91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45" y="1375100"/>
            <a:ext cx="8035510" cy="323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5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/>
          <p:nvPr/>
        </p:nvSpPr>
        <p:spPr>
          <a:xfrm>
            <a:off x="7860274" y="2707817"/>
            <a:ext cx="826500" cy="729666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7860275" y="3565675"/>
            <a:ext cx="826500" cy="873300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1413125" y="2675896"/>
            <a:ext cx="6296732" cy="76133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1413125" y="3565625"/>
            <a:ext cx="6296732" cy="87340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1423837" y="1562024"/>
            <a:ext cx="6296732" cy="1001802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22"/>
          <p:cNvGrpSpPr/>
          <p:nvPr/>
        </p:nvGrpSpPr>
        <p:grpSpPr>
          <a:xfrm>
            <a:off x="1594715" y="1560990"/>
            <a:ext cx="7218273" cy="998090"/>
            <a:chOff x="1913228" y="1549680"/>
            <a:chExt cx="3668827" cy="998090"/>
          </a:xfrm>
        </p:grpSpPr>
        <p:sp>
          <p:nvSpPr>
            <p:cNvPr id="384" name="Google Shape;384;p22"/>
            <p:cNvSpPr txBox="1"/>
            <p:nvPr/>
          </p:nvSpPr>
          <p:spPr>
            <a:xfrm>
              <a:off x="1913228" y="1870439"/>
              <a:ext cx="138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Mở</a:t>
              </a: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rông</a:t>
              </a: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danh</a:t>
              </a: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mục</a:t>
              </a:r>
              <a:endParaRPr lang="en-US"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sản</a:t>
              </a: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</a:t>
              </a:r>
              <a:r>
                <a:rPr lang="en-US" sz="1700" dirty="0" err="1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phẩm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2884755" y="1549680"/>
              <a:ext cx="2697300" cy="998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Sản phẩm (License/Gift code…)</a:t>
              </a:r>
            </a:p>
            <a:p>
              <a:pPr marL="171450" lvl="0" indent="-171450"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Sản phẩm  Data</a:t>
              </a:r>
            </a:p>
            <a:p>
              <a:pPr marL="171450" lvl="0" indent="-171450"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Sản phẩm xxx</a:t>
              </a:r>
            </a:p>
            <a:p>
              <a:pPr marL="171450" lvl="0" indent="-171450"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Sản phẩm xxx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Sản phẩm xxx</a:t>
              </a:r>
            </a:p>
          </p:txBody>
        </p:sp>
      </p:grpSp>
      <p:sp>
        <p:nvSpPr>
          <p:cNvPr id="388" name="Google Shape;388;p22"/>
          <p:cNvSpPr/>
          <p:nvPr/>
        </p:nvSpPr>
        <p:spPr>
          <a:xfrm>
            <a:off x="7860274" y="1562384"/>
            <a:ext cx="826500" cy="1001442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xfrm>
            <a:off x="7947063" y="1789999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40%</a:t>
            </a:r>
            <a:endParaRPr sz="1700" dirty="0"/>
          </a:p>
        </p:txBody>
      </p:sp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7947078" y="2791577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0%</a:t>
            </a:r>
            <a:endParaRPr sz="1700" dirty="0"/>
          </a:p>
        </p:txBody>
      </p:sp>
      <p:sp>
        <p:nvSpPr>
          <p:cNvPr id="397" name="Google Shape;397;p22"/>
          <p:cNvSpPr txBox="1">
            <a:spLocks noGrp="1"/>
          </p:cNvSpPr>
          <p:nvPr>
            <p:ph type="title"/>
          </p:nvPr>
        </p:nvSpPr>
        <p:spPr>
          <a:xfrm>
            <a:off x="7947063" y="3794044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20%</a:t>
            </a:r>
            <a:endParaRPr sz="1700" dirty="0"/>
          </a:p>
        </p:txBody>
      </p:sp>
      <p:sp>
        <p:nvSpPr>
          <p:cNvPr id="401" name="Google Shape;401;p22"/>
          <p:cNvSpPr/>
          <p:nvPr/>
        </p:nvSpPr>
        <p:spPr>
          <a:xfrm>
            <a:off x="457213" y="1562299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457213" y="3565651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13" y="2564001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594715" y="2854578"/>
            <a:ext cx="5818600" cy="559002"/>
            <a:chOff x="1913228" y="2865963"/>
            <a:chExt cx="2957416" cy="559002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2884755" y="2865963"/>
              <a:ext cx="1985889" cy="559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Nộp/Duyệt hồ sơ online;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Thiết lập gói dịch vụ linh hoạt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Phê duyệt, kiểm duyệt online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1913228" y="2992364"/>
              <a:ext cx="829298" cy="207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Hợp tác đối tác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</a:t>
              </a:r>
              <a:r>
                <a:rPr lang="en" sz="17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ự động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1594716" y="3794044"/>
            <a:ext cx="5833113" cy="393814"/>
            <a:chOff x="1937051" y="3780387"/>
            <a:chExt cx="2964792" cy="393814"/>
          </a:xfrm>
        </p:grpSpPr>
        <p:sp>
          <p:nvSpPr>
            <p:cNvPr id="408" name="Google Shape;408;p22"/>
            <p:cNvSpPr txBox="1"/>
            <p:nvPr/>
          </p:nvSpPr>
          <p:spPr>
            <a:xfrm>
              <a:off x="2908577" y="3780387"/>
              <a:ext cx="1993266" cy="328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Bank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Ví điện tử mới (Momo, VnPay …)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Cash/Money</a:t>
              </a:r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1937051" y="3888301"/>
              <a:ext cx="138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Tính năng thanh toán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10" name="Google Shape;410;p22"/>
          <p:cNvGrpSpPr/>
          <p:nvPr/>
        </p:nvGrpSpPr>
        <p:grpSpPr>
          <a:xfrm>
            <a:off x="685666" y="1736139"/>
            <a:ext cx="369594" cy="525619"/>
            <a:chOff x="3342275" y="2615925"/>
            <a:chExt cx="339700" cy="483150"/>
          </a:xfrm>
        </p:grpSpPr>
        <p:sp>
          <p:nvSpPr>
            <p:cNvPr id="411" name="Google Shape;411;p22"/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13" name="Google Shape;413;p22"/>
          <p:cNvSpPr/>
          <p:nvPr/>
        </p:nvSpPr>
        <p:spPr>
          <a:xfrm>
            <a:off x="607629" y="3755918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607629" y="2754269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4" name="Google Shape;1043;p36">
            <a:extLst>
              <a:ext uri="{FF2B5EF4-FFF2-40B4-BE49-F238E27FC236}">
                <a16:creationId xmlns:a16="http://schemas.microsoft.com/office/drawing/2014/main" id="{796CE8C9-81BA-42A4-996C-66D3B4D44AD5}"/>
              </a:ext>
            </a:extLst>
          </p:cNvPr>
          <p:cNvSpPr/>
          <p:nvPr/>
        </p:nvSpPr>
        <p:spPr>
          <a:xfrm>
            <a:off x="3639550" y="805100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2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" name="Google Shape;1028;p36">
            <a:extLst>
              <a:ext uri="{FF2B5EF4-FFF2-40B4-BE49-F238E27FC236}">
                <a16:creationId xmlns:a16="http://schemas.microsoft.com/office/drawing/2014/main" id="{6A26B20B-98C3-485B-BF66-7DC1F11E6397}"/>
              </a:ext>
            </a:extLst>
          </p:cNvPr>
          <p:cNvSpPr txBox="1">
            <a:spLocks/>
          </p:cNvSpPr>
          <p:nvPr/>
        </p:nvSpPr>
        <p:spPr>
          <a:xfrm>
            <a:off x="2514575" y="409575"/>
            <a:ext cx="4114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pic>
        <p:nvPicPr>
          <p:cNvPr id="1026" name="Picture 2" descr="Tick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DA741BD6-F6D9-4294-937D-3FD7E2E1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848" y="1198076"/>
            <a:ext cx="235809" cy="23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95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/>
          <p:nvPr/>
        </p:nvSpPr>
        <p:spPr>
          <a:xfrm>
            <a:off x="7860274" y="2707817"/>
            <a:ext cx="826500" cy="729666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7860275" y="3565674"/>
            <a:ext cx="826500" cy="1107841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1413125" y="2675896"/>
            <a:ext cx="6296732" cy="761336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1413125" y="3565624"/>
            <a:ext cx="6296732" cy="1107975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1423837" y="1562024"/>
            <a:ext cx="6296732" cy="1001802"/>
          </a:xfrm>
          <a:custGeom>
            <a:avLst/>
            <a:gdLst/>
            <a:ahLst/>
            <a:cxnLst/>
            <a:rect l="l" t="t" r="r" b="b"/>
            <a:pathLst>
              <a:path w="203884" h="28552" extrusionOk="0">
                <a:moveTo>
                  <a:pt x="1" y="0"/>
                </a:moveTo>
                <a:lnTo>
                  <a:pt x="1" y="28552"/>
                </a:lnTo>
                <a:lnTo>
                  <a:pt x="203883" y="28552"/>
                </a:lnTo>
                <a:lnTo>
                  <a:pt x="203883" y="0"/>
                </a:ln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22"/>
          <p:cNvGrpSpPr/>
          <p:nvPr/>
        </p:nvGrpSpPr>
        <p:grpSpPr>
          <a:xfrm>
            <a:off x="1594715" y="1560990"/>
            <a:ext cx="7218273" cy="998090"/>
            <a:chOff x="1913228" y="1549680"/>
            <a:chExt cx="3668827" cy="998090"/>
          </a:xfrm>
        </p:grpSpPr>
        <p:sp>
          <p:nvSpPr>
            <p:cNvPr id="384" name="Google Shape;384;p22"/>
            <p:cNvSpPr txBox="1"/>
            <p:nvPr/>
          </p:nvSpPr>
          <p:spPr>
            <a:xfrm>
              <a:off x="1913228" y="1870439"/>
              <a:ext cx="138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Affiliate</a:t>
              </a: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2884755" y="1549680"/>
              <a:ext cx="2697300" cy="998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sản phẩm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CTV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Quản lý doanh thu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…</a:t>
              </a:r>
            </a:p>
          </p:txBody>
        </p:sp>
      </p:grpSp>
      <p:sp>
        <p:nvSpPr>
          <p:cNvPr id="388" name="Google Shape;388;p22"/>
          <p:cNvSpPr/>
          <p:nvPr/>
        </p:nvSpPr>
        <p:spPr>
          <a:xfrm>
            <a:off x="7860274" y="1562384"/>
            <a:ext cx="826500" cy="1001442"/>
          </a:xfrm>
          <a:prstGeom prst="roundRect">
            <a:avLst>
              <a:gd name="adj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2"/>
          <p:cNvSpPr txBox="1">
            <a:spLocks noGrp="1"/>
          </p:cNvSpPr>
          <p:nvPr>
            <p:ph type="title"/>
          </p:nvPr>
        </p:nvSpPr>
        <p:spPr>
          <a:xfrm>
            <a:off x="7947063" y="1789999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0%</a:t>
            </a:r>
            <a:endParaRPr sz="1700" dirty="0"/>
          </a:p>
        </p:txBody>
      </p:sp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7947078" y="2791577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0%</a:t>
            </a:r>
            <a:endParaRPr sz="1700" dirty="0"/>
          </a:p>
        </p:txBody>
      </p:sp>
      <p:sp>
        <p:nvSpPr>
          <p:cNvPr id="397" name="Google Shape;397;p22"/>
          <p:cNvSpPr txBox="1">
            <a:spLocks noGrp="1"/>
          </p:cNvSpPr>
          <p:nvPr>
            <p:ph type="title"/>
          </p:nvPr>
        </p:nvSpPr>
        <p:spPr>
          <a:xfrm>
            <a:off x="7947063" y="3794044"/>
            <a:ext cx="6531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0%</a:t>
            </a:r>
            <a:endParaRPr sz="1700" dirty="0"/>
          </a:p>
        </p:txBody>
      </p:sp>
      <p:sp>
        <p:nvSpPr>
          <p:cNvPr id="401" name="Google Shape;401;p22"/>
          <p:cNvSpPr/>
          <p:nvPr/>
        </p:nvSpPr>
        <p:spPr>
          <a:xfrm>
            <a:off x="457213" y="1562299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2"/>
          <p:cNvSpPr/>
          <p:nvPr/>
        </p:nvSpPr>
        <p:spPr>
          <a:xfrm>
            <a:off x="457213" y="3565650"/>
            <a:ext cx="826500" cy="1107841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13" y="2564001"/>
            <a:ext cx="826500" cy="8733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594715" y="2854578"/>
            <a:ext cx="5818600" cy="559002"/>
            <a:chOff x="1913228" y="2865963"/>
            <a:chExt cx="2957416" cy="559002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2884755" y="2865963"/>
              <a:ext cx="1985889" cy="559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Gợi ý sản phẩm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Audience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1913228" y="2992364"/>
              <a:ext cx="829298" cy="207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dirty="0" err="1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BigData</a:t>
              </a:r>
              <a:endParaRPr sz="17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07" name="Google Shape;407;p22"/>
          <p:cNvGrpSpPr/>
          <p:nvPr/>
        </p:nvGrpSpPr>
        <p:grpSpPr>
          <a:xfrm>
            <a:off x="1594716" y="3901958"/>
            <a:ext cx="5833113" cy="423802"/>
            <a:chOff x="1937051" y="3888301"/>
            <a:chExt cx="2964792" cy="423802"/>
          </a:xfrm>
        </p:grpSpPr>
        <p:sp>
          <p:nvSpPr>
            <p:cNvPr id="408" name="Google Shape;408;p22"/>
            <p:cNvSpPr txBox="1"/>
            <p:nvPr/>
          </p:nvSpPr>
          <p:spPr>
            <a:xfrm>
              <a:off x="2908577" y="3983595"/>
              <a:ext cx="1993266" cy="3285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Tích điểm, đổi điểm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Chấm điểm khách hàng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Tích hợp AI, chatbot, 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Livestream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…</a:t>
              </a:r>
            </a:p>
            <a:p>
              <a:pPr marL="171450" lvl="0" indent="-171450" rtl="0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ü"/>
              </a:pP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9" name="Google Shape;409;p22"/>
            <p:cNvSpPr txBox="1"/>
            <p:nvPr/>
          </p:nvSpPr>
          <p:spPr>
            <a:xfrm>
              <a:off x="1937051" y="3888301"/>
              <a:ext cx="1383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Trải nghiệm khách </a:t>
              </a:r>
            </a:p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hàng</a:t>
              </a:r>
              <a:endParaRPr sz="17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10" name="Google Shape;410;p22"/>
          <p:cNvGrpSpPr/>
          <p:nvPr/>
        </p:nvGrpSpPr>
        <p:grpSpPr>
          <a:xfrm>
            <a:off x="685666" y="1736139"/>
            <a:ext cx="369594" cy="525619"/>
            <a:chOff x="3342275" y="2615925"/>
            <a:chExt cx="339700" cy="483150"/>
          </a:xfrm>
        </p:grpSpPr>
        <p:sp>
          <p:nvSpPr>
            <p:cNvPr id="411" name="Google Shape;411;p22"/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13" name="Google Shape;413;p22"/>
          <p:cNvSpPr/>
          <p:nvPr/>
        </p:nvSpPr>
        <p:spPr>
          <a:xfrm>
            <a:off x="607629" y="3755918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607629" y="2754269"/>
            <a:ext cx="525667" cy="492764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4" name="Google Shape;1043;p36">
            <a:extLst>
              <a:ext uri="{FF2B5EF4-FFF2-40B4-BE49-F238E27FC236}">
                <a16:creationId xmlns:a16="http://schemas.microsoft.com/office/drawing/2014/main" id="{796CE8C9-81BA-42A4-996C-66D3B4D44AD5}"/>
              </a:ext>
            </a:extLst>
          </p:cNvPr>
          <p:cNvSpPr/>
          <p:nvPr/>
        </p:nvSpPr>
        <p:spPr>
          <a:xfrm>
            <a:off x="3639550" y="805100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3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63" name="Google Shape;1028;p36">
            <a:extLst>
              <a:ext uri="{FF2B5EF4-FFF2-40B4-BE49-F238E27FC236}">
                <a16:creationId xmlns:a16="http://schemas.microsoft.com/office/drawing/2014/main" id="{6A26B20B-98C3-485B-BF66-7DC1F11E6397}"/>
              </a:ext>
            </a:extLst>
          </p:cNvPr>
          <p:cNvSpPr txBox="1">
            <a:spLocks/>
          </p:cNvSpPr>
          <p:nvPr/>
        </p:nvSpPr>
        <p:spPr>
          <a:xfrm>
            <a:off x="2514575" y="409575"/>
            <a:ext cx="4114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pic>
        <p:nvPicPr>
          <p:cNvPr id="1026" name="Picture 2" descr="Tick PNG, Vector, PSD, and Clipart With Transparent Background for Free  Download | Pngtree">
            <a:extLst>
              <a:ext uri="{FF2B5EF4-FFF2-40B4-BE49-F238E27FC236}">
                <a16:creationId xmlns:a16="http://schemas.microsoft.com/office/drawing/2014/main" id="{DA741BD6-F6D9-4294-937D-3FD7E2E1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848" y="1198076"/>
            <a:ext cx="235809" cy="23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4458DBEC-85FC-42F1-8640-9D556FC72172}"/>
              </a:ext>
            </a:extLst>
          </p:cNvPr>
          <p:cNvGraphicFramePr>
            <a:graphicFrameLocks noGrp="1"/>
          </p:cNvGraphicFramePr>
          <p:nvPr/>
        </p:nvGraphicFramePr>
        <p:xfrm>
          <a:off x="10453798" y="515367"/>
          <a:ext cx="6096000" cy="14833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332551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Arial"/>
                        </a:rPr>
                        <a:t>Fdf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079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Arial"/>
                        </a:rPr>
                        <a:t>dff</a:t>
                      </a:r>
                      <a:endParaRPr lang="en-US" sz="1200" b="0" i="0" u="none" strike="noStrike" cap="none" dirty="0">
                        <a:solidFill>
                          <a:schemeClr val="dk1"/>
                        </a:solidFill>
                        <a:latin typeface="Roboto"/>
                        <a:ea typeface="Roboto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35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33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547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13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3">
            <a:extLst>
              <a:ext uri="{FF2B5EF4-FFF2-40B4-BE49-F238E27FC236}">
                <a16:creationId xmlns:a16="http://schemas.microsoft.com/office/drawing/2014/main" id="{E754EE60-6753-4406-9181-377929EA1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96533"/>
              </p:ext>
            </p:extLst>
          </p:nvPr>
        </p:nvGraphicFramePr>
        <p:xfrm>
          <a:off x="538716" y="1141829"/>
          <a:ext cx="7754495" cy="267641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79874">
                  <a:extLst>
                    <a:ext uri="{9D8B030D-6E8A-4147-A177-3AD203B41FA5}">
                      <a16:colId xmlns:a16="http://schemas.microsoft.com/office/drawing/2014/main" val="742298234"/>
                    </a:ext>
                  </a:extLst>
                </a:gridCol>
                <a:gridCol w="2036302">
                  <a:extLst>
                    <a:ext uri="{9D8B030D-6E8A-4147-A177-3AD203B41FA5}">
                      <a16:colId xmlns:a16="http://schemas.microsoft.com/office/drawing/2014/main" val="2817099034"/>
                    </a:ext>
                  </a:extLst>
                </a:gridCol>
                <a:gridCol w="3275370">
                  <a:extLst>
                    <a:ext uri="{9D8B030D-6E8A-4147-A177-3AD203B41FA5}">
                      <a16:colId xmlns:a16="http://schemas.microsoft.com/office/drawing/2014/main" val="1972536378"/>
                    </a:ext>
                  </a:extLst>
                </a:gridCol>
                <a:gridCol w="1162949">
                  <a:extLst>
                    <a:ext uri="{9D8B030D-6E8A-4147-A177-3AD203B41FA5}">
                      <a16:colId xmlns:a16="http://schemas.microsoft.com/office/drawing/2014/main" val="2071208130"/>
                    </a:ext>
                  </a:extLst>
                </a:gridCol>
              </a:tblGrid>
              <a:tr h="393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Tính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năng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Vấn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đề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Giải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pháp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đề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xuất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Chủ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trì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thực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hiện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1612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Sản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phẩm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Số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lượng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sản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phẩm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(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tổng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đã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đề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xuất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18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sản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phẩm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Mở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rộng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số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lượng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sản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phẩm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kinh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trên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các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tính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năng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hệ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thống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đã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đáp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ứng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;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danh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mục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sản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phẩm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đa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dạng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theo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chủ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trương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đã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đề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xuất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endParaRPr lang="en-US" sz="1000" strike="sngStrike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174200"/>
                  </a:ext>
                </a:extLst>
              </a:tr>
              <a:tr h="324370">
                <a:tc vMerge="1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Có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kế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hoạch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kinh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dịch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vụ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656188"/>
                  </a:ext>
                </a:extLst>
              </a:tr>
              <a:tr h="767080"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Tài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khoản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thanh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toán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Test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thanh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toán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đối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soát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1125" indent="-111125">
                        <a:buFontTx/>
                        <a:buChar char="-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MBB</a:t>
                      </a:r>
                    </a:p>
                    <a:p>
                      <a:pPr marL="111125" indent="-111125">
                        <a:buFontTx/>
                        <a:buChar char="-"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Ví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Momo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PTSP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2584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000" strike="sngStrike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00" strike="sngStrike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Đẩy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mạnh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bán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trên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4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kênh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thanh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toán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đã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đáp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ứng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việc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thanh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toán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hoạt</a:t>
                      </a:r>
                      <a:endParaRPr lang="en-US" sz="1000" strike="sngStrike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97413"/>
                  </a:ext>
                </a:extLst>
              </a:tr>
            </a:tbl>
          </a:graphicData>
        </a:graphic>
      </p:graphicFrame>
      <p:sp>
        <p:nvSpPr>
          <p:cNvPr id="4" name="Google Shape;915;p32">
            <a:extLst>
              <a:ext uri="{FF2B5EF4-FFF2-40B4-BE49-F238E27FC236}">
                <a16:creationId xmlns:a16="http://schemas.microsoft.com/office/drawing/2014/main" id="{432E8CA4-906E-4D0F-9596-29E52787D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6852" y="409575"/>
            <a:ext cx="5653377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Vấn đề trong triển khai và giải pháp</a:t>
            </a:r>
            <a:endParaRPr dirty="0"/>
          </a:p>
        </p:txBody>
      </p:sp>
      <p:sp>
        <p:nvSpPr>
          <p:cNvPr id="5" name="Google Shape;1043;p36">
            <a:extLst>
              <a:ext uri="{FF2B5EF4-FFF2-40B4-BE49-F238E27FC236}">
                <a16:creationId xmlns:a16="http://schemas.microsoft.com/office/drawing/2014/main" id="{A55EF71D-9256-4C4E-B8C3-0023674B6B9C}"/>
              </a:ext>
            </a:extLst>
          </p:cNvPr>
          <p:cNvSpPr/>
          <p:nvPr/>
        </p:nvSpPr>
        <p:spPr>
          <a:xfrm>
            <a:off x="3742200" y="674111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1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7896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3">
            <a:extLst>
              <a:ext uri="{FF2B5EF4-FFF2-40B4-BE49-F238E27FC236}">
                <a16:creationId xmlns:a16="http://schemas.microsoft.com/office/drawing/2014/main" id="{E754EE60-6753-4406-9181-377929EA1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868796"/>
              </p:ext>
            </p:extLst>
          </p:nvPr>
        </p:nvGraphicFramePr>
        <p:xfrm>
          <a:off x="538716" y="1141829"/>
          <a:ext cx="7754495" cy="373783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79874">
                  <a:extLst>
                    <a:ext uri="{9D8B030D-6E8A-4147-A177-3AD203B41FA5}">
                      <a16:colId xmlns:a16="http://schemas.microsoft.com/office/drawing/2014/main" val="742298234"/>
                    </a:ext>
                  </a:extLst>
                </a:gridCol>
                <a:gridCol w="2036302">
                  <a:extLst>
                    <a:ext uri="{9D8B030D-6E8A-4147-A177-3AD203B41FA5}">
                      <a16:colId xmlns:a16="http://schemas.microsoft.com/office/drawing/2014/main" val="2817099034"/>
                    </a:ext>
                  </a:extLst>
                </a:gridCol>
                <a:gridCol w="3275370">
                  <a:extLst>
                    <a:ext uri="{9D8B030D-6E8A-4147-A177-3AD203B41FA5}">
                      <a16:colId xmlns:a16="http://schemas.microsoft.com/office/drawing/2014/main" val="1972536378"/>
                    </a:ext>
                  </a:extLst>
                </a:gridCol>
                <a:gridCol w="1162949">
                  <a:extLst>
                    <a:ext uri="{9D8B030D-6E8A-4147-A177-3AD203B41FA5}">
                      <a16:colId xmlns:a16="http://schemas.microsoft.com/office/drawing/2014/main" val="2071208130"/>
                    </a:ext>
                  </a:extLst>
                </a:gridCol>
              </a:tblGrid>
              <a:tr h="5148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Tính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năng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Vấn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đề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Giải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pháp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đề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xuất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Bộ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phận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chủ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trì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thực</a:t>
                      </a:r>
                      <a:r>
                        <a:rPr lang="en-US" sz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hiện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algn="ctr"/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16124"/>
                  </a:ext>
                </a:extLst>
              </a:tr>
              <a:tr h="441316"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Kinh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sản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phẩm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có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thành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phần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viễn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thông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Dịch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vụ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đang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được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thẩm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định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với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mô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hình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Thu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hộ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&gt;&gt;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Chỉ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triển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khai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được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dịch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vụ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100%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số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cá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nhân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Chuyển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đổi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/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Bổ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sung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cơ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chế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chính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sách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để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triển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khai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hệ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thống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d</a:t>
                      </a: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ư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ới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dạng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TMĐT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hoặc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cho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phép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doanh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sản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phẩm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thành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phần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viễn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thông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P.PTKD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174200"/>
                  </a:ext>
                </a:extLst>
              </a:tr>
              <a:tr h="4413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Bổ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sung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cơ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chế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để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có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thể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triển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khai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hệ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thống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dưới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dạng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kênh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bán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phục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vụ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doanh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các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dịch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vụ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hiện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hữu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P.PTKD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489648"/>
                  </a:ext>
                </a:extLst>
              </a:tr>
              <a:tr h="56390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Hợp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tác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đối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tác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tự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động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affiliate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Chưa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có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cơ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chế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phân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chia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thu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hoa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hồng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cho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đối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tác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Chuyển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đổi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/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Bổ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sung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cơ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chế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kinh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tế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chính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sách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để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triển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b="0" i="0" u="none" strike="noStrike" kern="1200" cap="none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khai</a:t>
                      </a:r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phân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chia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thu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hoa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hồng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cho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đối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tác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;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quy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định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đơn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giá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chuyển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giao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ghi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nhận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thu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chi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phí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…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P.PTKD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258485"/>
                  </a:ext>
                </a:extLst>
              </a:tr>
              <a:tr h="129943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Cung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cấp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các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gói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hoạt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Vướng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mắc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do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các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quy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trình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triển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khai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hiện</a:t>
                      </a:r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tại</a:t>
                      </a:r>
                      <a:endParaRPr lang="en-US" sz="10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Trình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phương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án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cho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phép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áp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dụng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quy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trình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triển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khai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đặc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thù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cho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hệ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thống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bao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gồm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: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Không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áp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dụng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test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cước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Tối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giản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quy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trình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UAT, ATP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Áp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dụng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cơ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chế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phân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bổ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doanh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thu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linh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hoạt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i="0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  <a:sym typeface="Arial"/>
                        </a:rPr>
                        <a:t>P.PTSP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238797"/>
                  </a:ext>
                </a:extLst>
              </a:tr>
            </a:tbl>
          </a:graphicData>
        </a:graphic>
      </p:graphicFrame>
      <p:sp>
        <p:nvSpPr>
          <p:cNvPr id="4" name="Google Shape;915;p32">
            <a:extLst>
              <a:ext uri="{FF2B5EF4-FFF2-40B4-BE49-F238E27FC236}">
                <a16:creationId xmlns:a16="http://schemas.microsoft.com/office/drawing/2014/main" id="{432E8CA4-906E-4D0F-9596-29E52787D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6852" y="409575"/>
            <a:ext cx="5653377" cy="3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Vấn đề trong triển khai và giải pháp</a:t>
            </a:r>
            <a:endParaRPr dirty="0"/>
          </a:p>
        </p:txBody>
      </p:sp>
      <p:sp>
        <p:nvSpPr>
          <p:cNvPr id="5" name="Google Shape;1043;p36">
            <a:extLst>
              <a:ext uri="{FF2B5EF4-FFF2-40B4-BE49-F238E27FC236}">
                <a16:creationId xmlns:a16="http://schemas.microsoft.com/office/drawing/2014/main" id="{A55EF71D-9256-4C4E-B8C3-0023674B6B9C}"/>
              </a:ext>
            </a:extLst>
          </p:cNvPr>
          <p:cNvSpPr/>
          <p:nvPr/>
        </p:nvSpPr>
        <p:spPr>
          <a:xfrm>
            <a:off x="3742200" y="674111"/>
            <a:ext cx="1659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PHASE 2, 3</a:t>
            </a:r>
            <a:endParaRPr sz="20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91123628"/>
      </p:ext>
    </p:extLst>
  </p:cSld>
  <p:clrMapOvr>
    <a:masterClrMapping/>
  </p:clrMapOvr>
</p:sld>
</file>

<file path=ppt/theme/theme1.xml><?xml version="1.0" encoding="utf-8"?>
<a:theme xmlns:a="http://schemas.openxmlformats.org/drawingml/2006/main" name="E-Commerce Infographics by Slidesgo">
  <a:themeElements>
    <a:clrScheme name="Simple Light">
      <a:dk1>
        <a:srgbClr val="000000"/>
      </a:dk1>
      <a:lt1>
        <a:srgbClr val="FFFFFF"/>
      </a:lt1>
      <a:dk2>
        <a:srgbClr val="929292"/>
      </a:dk2>
      <a:lt2>
        <a:srgbClr val="CFCFCF"/>
      </a:lt2>
      <a:accent1>
        <a:srgbClr val="C0C55F"/>
      </a:accent1>
      <a:accent2>
        <a:srgbClr val="39B6B5"/>
      </a:accent2>
      <a:accent3>
        <a:srgbClr val="B878C2"/>
      </a:accent3>
      <a:accent4>
        <a:srgbClr val="957FCA"/>
      </a:accent4>
      <a:accent5>
        <a:srgbClr val="6639A8"/>
      </a:accent5>
      <a:accent6>
        <a:srgbClr val="4C076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671</Words>
  <Application>Microsoft Office PowerPoint</Application>
  <PresentationFormat>On-screen Show (16:9)</PresentationFormat>
  <Paragraphs>133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</vt:lpstr>
      <vt:lpstr>Arial</vt:lpstr>
      <vt:lpstr>Wingdings</vt:lpstr>
      <vt:lpstr>Fira Sans Extra Condensed Medium</vt:lpstr>
      <vt:lpstr>E-Commerce Infographics by Slidesgo</vt:lpstr>
      <vt:lpstr>Họp kế hoạch triển khai  dịch vụ  Digital Market</vt:lpstr>
      <vt:lpstr>Nội dung</vt:lpstr>
      <vt:lpstr>100%</vt:lpstr>
      <vt:lpstr>PowerPoint Presentation</vt:lpstr>
      <vt:lpstr>PowerPoint Presentation</vt:lpstr>
      <vt:lpstr>40%</vt:lpstr>
      <vt:lpstr>0%</vt:lpstr>
      <vt:lpstr>Vấn đề trong triển khai và giải pháp</vt:lpstr>
      <vt:lpstr>Vấn đề trong triển khai và giải pháp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Infographics</dc:title>
  <dc:creator>Nhat Anh</dc:creator>
  <cp:lastModifiedBy>Tran Khanh Trang</cp:lastModifiedBy>
  <cp:revision>7</cp:revision>
  <dcterms:modified xsi:type="dcterms:W3CDTF">2026-03-02T11:46:29Z</dcterms:modified>
</cp:coreProperties>
</file>